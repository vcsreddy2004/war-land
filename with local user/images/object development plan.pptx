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9" r:id="rId3"/>
    <p:sldId id="258" r:id="rId4"/>
    <p:sldId id="270" r:id="rId5"/>
    <p:sldId id="259" r:id="rId6"/>
    <p:sldId id="271" r:id="rId7"/>
    <p:sldId id="260" r:id="rId8"/>
    <p:sldId id="272" r:id="rId9"/>
    <p:sldId id="256" r:id="rId10"/>
    <p:sldId id="267" r:id="rId11"/>
    <p:sldId id="276" r:id="rId12"/>
    <p:sldId id="278" r:id="rId13"/>
    <p:sldId id="262" r:id="rId14"/>
    <p:sldId id="273" r:id="rId15"/>
    <p:sldId id="263" r:id="rId16"/>
    <p:sldId id="274" r:id="rId17"/>
    <p:sldId id="264" r:id="rId18"/>
    <p:sldId id="275" r:id="rId19"/>
    <p:sldId id="265" r:id="rId20"/>
    <p:sldId id="268" r:id="rId21"/>
    <p:sldId id="277" r:id="rId22"/>
    <p:sldId id="279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5D475-1965-46DD-87B1-352DB649E6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C0F773-A546-4732-9C3D-57F30C5937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1CDF28-F3AE-46E5-A76F-097F6FCF9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11410-F54C-41AA-8070-C289091F25BC}" type="datetimeFigureOut">
              <a:rPr lang="en-IN" smtClean="0"/>
              <a:t>03-05-2022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A91E81-0CD7-4EC4-8CAE-E1DF70253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474DC2-93F7-4DEB-80CC-16D632351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4CFB6-5A00-42D5-BB3A-827ADD903A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1448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6CE4F-FED9-408F-B0E4-5AD1F2687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3FD719-C76D-42FD-A69C-401FAC52A1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07B54D-30B3-48EB-A482-B409CF3E3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11410-F54C-41AA-8070-C289091F25BC}" type="datetimeFigureOut">
              <a:rPr lang="en-IN" smtClean="0"/>
              <a:t>03-05-2022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019CEF-0E52-4A10-A3BB-1A7751AA3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D3CDFB-D56D-4FD9-A085-4E0BF8B05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4CFB6-5A00-42D5-BB3A-827ADD903A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81457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7E4E8-AF3C-4FFC-9E39-B4D36F3B01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9AC616-75E7-4EB4-96D6-D94E2E1371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D43691-67E0-4757-8990-0EA4BD69F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11410-F54C-41AA-8070-C289091F25BC}" type="datetimeFigureOut">
              <a:rPr lang="en-IN" smtClean="0"/>
              <a:t>03-05-2022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31663A-ABFF-41F2-93FB-A94D53BB44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3FDB41-9962-4F00-815B-D9FA3122D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4CFB6-5A00-42D5-BB3A-827ADD903A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27671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4A31A-F4F8-43A8-B70F-13B9B3C75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01673E-43E0-46E0-B5FA-571ACC07F0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2D91D5-34B2-4511-A90E-A17CC8DA09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632E25-5D3F-45FD-BE07-1716CFB3B6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11410-F54C-41AA-8070-C289091F25BC}" type="datetimeFigureOut">
              <a:rPr lang="en-IN" smtClean="0"/>
              <a:t>03-05-2022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E3CEF2-C6BD-4817-A6A3-D056CBA92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B36D87-2985-4C5D-9608-2BCF96A36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4CFB6-5A00-42D5-BB3A-827ADD903A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0227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8536F-5A06-4345-B114-AB66573872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F492E3-D982-4F95-B5DA-25044E8CA9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2071E2-CC9E-433C-9E29-D9A556D33A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1E6B08-3541-4593-9352-95EC0A4FEE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28CBC2-80E6-41AB-9CA7-8CBBE09AC6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862D6F-518B-4FD1-B3D9-FD762E244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11410-F54C-41AA-8070-C289091F25BC}" type="datetimeFigureOut">
              <a:rPr lang="en-IN" smtClean="0"/>
              <a:t>03-05-2022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914ABA-5755-435E-9163-0652389F9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F500FD-CFF2-4F82-94F0-09037BA75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4CFB6-5A00-42D5-BB3A-827ADD903A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28017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6F9AE-B3E2-4D98-86A8-E1BA52675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DAA25A-2B6F-4FC8-9D66-B210F41BF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11410-F54C-41AA-8070-C289091F25BC}" type="datetimeFigureOut">
              <a:rPr lang="en-IN" smtClean="0"/>
              <a:t>03-05-2022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27AF96-0C4A-4C52-85CB-A4D921F6E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65EFC2-66D8-4891-AEE4-E59C46139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4CFB6-5A00-42D5-BB3A-827ADD903A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69154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7C063B6-57B9-416C-9CA0-AB48BFEC3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11410-F54C-41AA-8070-C289091F25BC}" type="datetimeFigureOut">
              <a:rPr lang="en-IN" smtClean="0"/>
              <a:t>03-05-2022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9A5BC7-3BB3-4BF5-8E50-7352ECEC9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BA7949-B343-4F11-B844-0BD7D6696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4CFB6-5A00-42D5-BB3A-827ADD903A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68296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DCFE7-BE47-4A8C-88F9-37C6DD9DB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CCAF71-5CB9-4404-BBE6-731F9432EE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A7CFA9-D930-4010-ADFC-F6C98614AD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72E408-0DA5-449E-A240-0FDCE3A605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11410-F54C-41AA-8070-C289091F25BC}" type="datetimeFigureOut">
              <a:rPr lang="en-IN" smtClean="0"/>
              <a:t>03-05-2022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B26B02-322F-4C24-902A-68AD1CD6E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4041C2-7550-47E1-ADCF-A3E3DF88B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4CFB6-5A00-42D5-BB3A-827ADD903A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94536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6D50E-63D3-41C0-82D0-B71B494847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CFA5983-EADF-49C3-927A-2BE78A2E8A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FA7DFE-27CF-4D04-B804-A49EA69A6C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4DB539-69FE-4AE4-906B-37ACA57A2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11410-F54C-41AA-8070-C289091F25BC}" type="datetimeFigureOut">
              <a:rPr lang="en-IN" smtClean="0"/>
              <a:t>03-05-2022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26CA69-7B55-4072-93FF-F891251AA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FDD5E1-D6D1-4E6E-AF2F-864FFD453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4CFB6-5A00-42D5-BB3A-827ADD903A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2427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DE692-33D4-4A58-B734-0DE1A5489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C5F4F2-3C9E-4147-A634-B2B91883E9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3B9E95-E8B9-4649-91A2-7D437BAA2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11410-F54C-41AA-8070-C289091F25BC}" type="datetimeFigureOut">
              <a:rPr lang="en-IN" smtClean="0"/>
              <a:t>03-05-2022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2FBC9C-80E9-4AC5-8E9E-A71735190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E8FB97-A552-4A53-8B48-3A53EE086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4CFB6-5A00-42D5-BB3A-827ADD903A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45261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CE86938-9721-4345-8858-86BF87B77D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29D070-1EA6-475F-A964-2525A7CE53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BC049E-28B4-4311-BB77-3D28DF939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11410-F54C-41AA-8070-C289091F25BC}" type="datetimeFigureOut">
              <a:rPr lang="en-IN" smtClean="0"/>
              <a:t>03-05-2022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090697-EEE7-47B0-8C8D-911E1590A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C993CA-0074-4D59-B7A2-3FB59ED0C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4CFB6-5A00-42D5-BB3A-827ADD903A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24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40D8E5-BC2D-498E-97A7-C025804CE5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2F345E-DF4A-4143-8851-E6780C2636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52C28B-CB29-4120-99E1-A60497CD3A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D11410-F54C-41AA-8070-C289091F25BC}" type="datetimeFigureOut">
              <a:rPr lang="en-IN" smtClean="0"/>
              <a:t>03-05-2022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480643-84E1-4DE7-A952-97790CE0BD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CB1C9D-F040-4BEE-9C1B-0A0DB4798B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A4CFB6-5A00-42D5-BB3A-827ADD903A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92203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5952234-9598-452C-BE91-E212C946A6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2361" y="370669"/>
            <a:ext cx="8145998" cy="5466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86413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5952234-9598-452C-BE91-E212C946A6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2361" y="370669"/>
            <a:ext cx="8145998" cy="546688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438506F-2749-434F-A83A-483718D7FB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31556" y1="32444" x2="31556" y2="32444"/>
                        <a14:foregroundMark x1="24000" y1="51556" x2="24000" y2="51556"/>
                        <a14:foregroundMark x1="48444" y1="19111" x2="48444" y2="19111"/>
                        <a14:foregroundMark x1="65778" y1="32444" x2="65778" y2="32444"/>
                        <a14:backgroundMark x1="47111" y1="25778" x2="47111" y2="25778"/>
                        <a14:backgroundMark x1="60889" y1="30667" x2="60889" y2="306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886691">
            <a:off x="2264829" y="18620"/>
            <a:ext cx="6386904" cy="6386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91023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EC9A9FF3-2233-4D63-B882-3D63D4EBB0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485" y="324016"/>
            <a:ext cx="8145998" cy="5466881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E0AB2A20-E080-4C5E-95EB-EF6CE09F3F8B}"/>
              </a:ext>
            </a:extLst>
          </p:cNvPr>
          <p:cNvSpPr/>
          <p:nvPr/>
        </p:nvSpPr>
        <p:spPr>
          <a:xfrm>
            <a:off x="5531994" y="2136718"/>
            <a:ext cx="2278788" cy="2183363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527050" h="215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B9D7419-10E1-4199-8087-873CE95ADB31}"/>
              </a:ext>
            </a:extLst>
          </p:cNvPr>
          <p:cNvSpPr/>
          <p:nvPr/>
        </p:nvSpPr>
        <p:spPr>
          <a:xfrm>
            <a:off x="6371749" y="2314000"/>
            <a:ext cx="1019156" cy="765110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scene3d>
            <a:camera prst="orthographicFront">
              <a:rot lat="21594000" lon="0" rev="0"/>
            </a:camera>
            <a:lightRig rig="threePt" dir="t"/>
          </a:scene3d>
          <a:sp3d>
            <a:bevelT w="82550" h="558800"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0140762-5D2A-435C-AC4E-73320DBD72B0}"/>
              </a:ext>
            </a:extLst>
          </p:cNvPr>
          <p:cNvSpPr/>
          <p:nvPr/>
        </p:nvSpPr>
        <p:spPr>
          <a:xfrm>
            <a:off x="6624736" y="2491280"/>
            <a:ext cx="503852" cy="401218"/>
          </a:xfrm>
          <a:prstGeom prst="ellipse">
            <a:avLst/>
          </a:prstGeom>
          <a:solidFill>
            <a:srgbClr val="FF0000"/>
          </a:solidFill>
          <a:ln>
            <a:noFill/>
          </a:ln>
          <a:scene3d>
            <a:camera prst="orthographicFront"/>
            <a:lightRig rig="threePt" dir="t"/>
          </a:scene3d>
          <a:sp3d>
            <a:bevelT w="215900" h="2349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3DFCDEF-4055-4257-9BA0-6235F39BC76A}"/>
              </a:ext>
            </a:extLst>
          </p:cNvPr>
          <p:cNvSpPr/>
          <p:nvPr/>
        </p:nvSpPr>
        <p:spPr>
          <a:xfrm>
            <a:off x="6466114" y="3326372"/>
            <a:ext cx="830425" cy="765110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scene3d>
            <a:camera prst="orthographicFront">
              <a:rot lat="21594000" lon="0" rev="0"/>
            </a:camera>
            <a:lightRig rig="threePt" dir="t"/>
          </a:scene3d>
          <a:sp3d>
            <a:bevelT w="82550" h="558800"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C9E9424-EEDE-43CE-9C51-5EC4A8435C94}"/>
              </a:ext>
            </a:extLst>
          </p:cNvPr>
          <p:cNvSpPr/>
          <p:nvPr/>
        </p:nvSpPr>
        <p:spPr>
          <a:xfrm>
            <a:off x="6624736" y="3508318"/>
            <a:ext cx="503852" cy="401218"/>
          </a:xfrm>
          <a:prstGeom prst="ellipse">
            <a:avLst/>
          </a:prstGeom>
          <a:solidFill>
            <a:srgbClr val="FF0000"/>
          </a:solidFill>
          <a:ln>
            <a:noFill/>
          </a:ln>
          <a:scene3d>
            <a:camera prst="orthographicFront">
              <a:rot lat="0" lon="0" rev="0"/>
            </a:camera>
            <a:lightRig rig="threePt" dir="t"/>
          </a:scene3d>
          <a:sp3d>
            <a:bevelT w="215900" h="2349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032673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EC9A9FF3-2233-4D63-B882-3D63D4EBB0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485" y="324016"/>
            <a:ext cx="8145998" cy="5466881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E0AB2A20-E080-4C5E-95EB-EF6CE09F3F8B}"/>
              </a:ext>
            </a:extLst>
          </p:cNvPr>
          <p:cNvSpPr/>
          <p:nvPr/>
        </p:nvSpPr>
        <p:spPr>
          <a:xfrm>
            <a:off x="5531994" y="2136718"/>
            <a:ext cx="2278788" cy="2183363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527050" h="215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B9D7419-10E1-4199-8087-873CE95ADB31}"/>
              </a:ext>
            </a:extLst>
          </p:cNvPr>
          <p:cNvSpPr/>
          <p:nvPr/>
        </p:nvSpPr>
        <p:spPr>
          <a:xfrm>
            <a:off x="6371749" y="2314000"/>
            <a:ext cx="1019156" cy="765110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scene3d>
            <a:camera prst="orthographicFront">
              <a:rot lat="21594000" lon="0" rev="0"/>
            </a:camera>
            <a:lightRig rig="threePt" dir="t"/>
          </a:scene3d>
          <a:sp3d>
            <a:bevelT w="82550" h="558800"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0140762-5D2A-435C-AC4E-73320DBD72B0}"/>
              </a:ext>
            </a:extLst>
          </p:cNvPr>
          <p:cNvSpPr/>
          <p:nvPr/>
        </p:nvSpPr>
        <p:spPr>
          <a:xfrm>
            <a:off x="6624736" y="2491280"/>
            <a:ext cx="503852" cy="401218"/>
          </a:xfrm>
          <a:prstGeom prst="ellipse">
            <a:avLst/>
          </a:prstGeom>
          <a:solidFill>
            <a:srgbClr val="FF0000"/>
          </a:solidFill>
          <a:ln>
            <a:noFill/>
          </a:ln>
          <a:scene3d>
            <a:camera prst="orthographicFront"/>
            <a:lightRig rig="threePt" dir="t"/>
          </a:scene3d>
          <a:sp3d>
            <a:bevelT w="215900" h="2349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3DFCDEF-4055-4257-9BA0-6235F39BC76A}"/>
              </a:ext>
            </a:extLst>
          </p:cNvPr>
          <p:cNvSpPr/>
          <p:nvPr/>
        </p:nvSpPr>
        <p:spPr>
          <a:xfrm>
            <a:off x="6466114" y="3326372"/>
            <a:ext cx="830425" cy="765110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scene3d>
            <a:camera prst="orthographicFront">
              <a:rot lat="21594000" lon="0" rev="0"/>
            </a:camera>
            <a:lightRig rig="threePt" dir="t"/>
          </a:scene3d>
          <a:sp3d>
            <a:bevelT w="82550" h="558800"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C9E9424-EEDE-43CE-9C51-5EC4A8435C94}"/>
              </a:ext>
            </a:extLst>
          </p:cNvPr>
          <p:cNvSpPr/>
          <p:nvPr/>
        </p:nvSpPr>
        <p:spPr>
          <a:xfrm>
            <a:off x="6624736" y="3508318"/>
            <a:ext cx="503852" cy="401218"/>
          </a:xfrm>
          <a:prstGeom prst="ellipse">
            <a:avLst/>
          </a:prstGeom>
          <a:solidFill>
            <a:srgbClr val="FF0000"/>
          </a:solidFill>
          <a:ln>
            <a:noFill/>
          </a:ln>
          <a:scene3d>
            <a:camera prst="orthographicFront">
              <a:rot lat="0" lon="0" rev="0"/>
            </a:camera>
            <a:lightRig rig="threePt" dir="t"/>
          </a:scene3d>
          <a:sp3d>
            <a:bevelT w="215900" h="2349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32F8DAB-6FE3-48BE-BD66-2B85269F2D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31556" y1="32444" x2="31556" y2="32444"/>
                        <a14:foregroundMark x1="24000" y1="51556" x2="24000" y2="51556"/>
                        <a14:foregroundMark x1="48444" y1="19111" x2="48444" y2="19111"/>
                        <a14:foregroundMark x1="65778" y1="32444" x2="65778" y2="32444"/>
                        <a14:backgroundMark x1="47111" y1="25778" x2="47111" y2="25778"/>
                        <a14:backgroundMark x1="60889" y1="30667" x2="60889" y2="306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886691">
            <a:off x="2264829" y="18620"/>
            <a:ext cx="6386904" cy="6386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1251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81D84AED-3C6B-4DAA-B751-6E82A95967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485" y="324016"/>
            <a:ext cx="8145998" cy="5466881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2769840D-0865-4764-8E99-9459181AD21F}"/>
              </a:ext>
            </a:extLst>
          </p:cNvPr>
          <p:cNvSpPr/>
          <p:nvPr/>
        </p:nvSpPr>
        <p:spPr>
          <a:xfrm>
            <a:off x="5531994" y="2136718"/>
            <a:ext cx="2278788" cy="2183363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527050" h="215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8926FD8-FC4E-4E09-A245-E32363BDC238}"/>
              </a:ext>
            </a:extLst>
          </p:cNvPr>
          <p:cNvSpPr/>
          <p:nvPr/>
        </p:nvSpPr>
        <p:spPr>
          <a:xfrm>
            <a:off x="6371749" y="2314000"/>
            <a:ext cx="1019156" cy="765110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scene3d>
            <a:camera prst="orthographicFront">
              <a:rot lat="21594000" lon="0" rev="0"/>
            </a:camera>
            <a:lightRig rig="threePt" dir="t"/>
          </a:scene3d>
          <a:sp3d>
            <a:bevelT w="82550" h="558800"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3310767-6995-4DAC-8144-A10E05B36D6F}"/>
              </a:ext>
            </a:extLst>
          </p:cNvPr>
          <p:cNvSpPr/>
          <p:nvPr/>
        </p:nvSpPr>
        <p:spPr>
          <a:xfrm>
            <a:off x="6624736" y="2491280"/>
            <a:ext cx="503852" cy="401218"/>
          </a:xfrm>
          <a:prstGeom prst="ellipse">
            <a:avLst/>
          </a:prstGeom>
          <a:solidFill>
            <a:srgbClr val="FF0000"/>
          </a:solidFill>
          <a:ln>
            <a:noFill/>
          </a:ln>
          <a:scene3d>
            <a:camera prst="orthographicFront"/>
            <a:lightRig rig="threePt" dir="t"/>
          </a:scene3d>
          <a:sp3d>
            <a:bevelT w="215900" h="2349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3B46FA7-D04A-4CBF-B4F3-6E8704AB5E72}"/>
              </a:ext>
            </a:extLst>
          </p:cNvPr>
          <p:cNvSpPr/>
          <p:nvPr/>
        </p:nvSpPr>
        <p:spPr>
          <a:xfrm>
            <a:off x="6466114" y="3326372"/>
            <a:ext cx="830425" cy="765110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scene3d>
            <a:camera prst="orthographicFront">
              <a:rot lat="21594000" lon="0" rev="0"/>
            </a:camera>
            <a:lightRig rig="threePt" dir="t"/>
          </a:scene3d>
          <a:sp3d>
            <a:bevelT w="82550" h="558800"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FED4E69-28C0-4FB4-B6B7-F8DC2662CE29}"/>
              </a:ext>
            </a:extLst>
          </p:cNvPr>
          <p:cNvSpPr/>
          <p:nvPr/>
        </p:nvSpPr>
        <p:spPr>
          <a:xfrm>
            <a:off x="6624736" y="3508318"/>
            <a:ext cx="503852" cy="401218"/>
          </a:xfrm>
          <a:prstGeom prst="ellipse">
            <a:avLst/>
          </a:prstGeom>
          <a:solidFill>
            <a:srgbClr val="FF0000"/>
          </a:solidFill>
          <a:ln>
            <a:noFill/>
          </a:ln>
          <a:scene3d>
            <a:camera prst="orthographicFront">
              <a:rot lat="0" lon="0" rev="0"/>
            </a:camera>
            <a:lightRig rig="threePt" dir="t"/>
          </a:scene3d>
          <a:sp3d>
            <a:bevelT w="215900" h="2349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67AD1D4-7E05-4288-93B3-D3D118BE590B}"/>
              </a:ext>
            </a:extLst>
          </p:cNvPr>
          <p:cNvSpPr/>
          <p:nvPr/>
        </p:nvSpPr>
        <p:spPr>
          <a:xfrm>
            <a:off x="3396343" y="1632866"/>
            <a:ext cx="2346649" cy="3158412"/>
          </a:xfrm>
          <a:prstGeom prst="roundRect">
            <a:avLst>
              <a:gd name="adj" fmla="val 34249"/>
            </a:avLst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330200" h="1460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F9F80F8-CB3F-4253-93CB-EA27244CFF70}"/>
              </a:ext>
            </a:extLst>
          </p:cNvPr>
          <p:cNvSpPr/>
          <p:nvPr/>
        </p:nvSpPr>
        <p:spPr>
          <a:xfrm>
            <a:off x="3883867" y="2258017"/>
            <a:ext cx="1371600" cy="2006081"/>
          </a:xfrm>
          <a:prstGeom prst="roundRect">
            <a:avLst>
              <a:gd name="adj" fmla="val 29861"/>
            </a:avLst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101600" h="584200"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5F7524C-440A-4984-BE36-55A7F02DFFE8}"/>
              </a:ext>
            </a:extLst>
          </p:cNvPr>
          <p:cNvSpPr/>
          <p:nvPr/>
        </p:nvSpPr>
        <p:spPr>
          <a:xfrm>
            <a:off x="4205774" y="2845844"/>
            <a:ext cx="727788" cy="755777"/>
          </a:xfrm>
          <a:prstGeom prst="ellipse">
            <a:avLst/>
          </a:prstGeom>
          <a:solidFill>
            <a:srgbClr val="FF0000"/>
          </a:solidFill>
          <a:ln>
            <a:noFill/>
          </a:ln>
          <a:scene3d>
            <a:camera prst="orthographicFront"/>
            <a:lightRig rig="threePt" dir="t"/>
          </a:scene3d>
          <a:sp3d>
            <a:bevelT w="2857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40183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81D84AED-3C6B-4DAA-B751-6E82A95967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485" y="324016"/>
            <a:ext cx="8145998" cy="5466881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2769840D-0865-4764-8E99-9459181AD21F}"/>
              </a:ext>
            </a:extLst>
          </p:cNvPr>
          <p:cNvSpPr/>
          <p:nvPr/>
        </p:nvSpPr>
        <p:spPr>
          <a:xfrm>
            <a:off x="5531994" y="2136718"/>
            <a:ext cx="2278788" cy="2183363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527050" h="215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8926FD8-FC4E-4E09-A245-E32363BDC238}"/>
              </a:ext>
            </a:extLst>
          </p:cNvPr>
          <p:cNvSpPr/>
          <p:nvPr/>
        </p:nvSpPr>
        <p:spPr>
          <a:xfrm>
            <a:off x="6371749" y="2314000"/>
            <a:ext cx="1019156" cy="765110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scene3d>
            <a:camera prst="orthographicFront">
              <a:rot lat="21594000" lon="0" rev="0"/>
            </a:camera>
            <a:lightRig rig="threePt" dir="t"/>
          </a:scene3d>
          <a:sp3d>
            <a:bevelT w="82550" h="558800"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3310767-6995-4DAC-8144-A10E05B36D6F}"/>
              </a:ext>
            </a:extLst>
          </p:cNvPr>
          <p:cNvSpPr/>
          <p:nvPr/>
        </p:nvSpPr>
        <p:spPr>
          <a:xfrm>
            <a:off x="6624736" y="2491280"/>
            <a:ext cx="503852" cy="401218"/>
          </a:xfrm>
          <a:prstGeom prst="ellipse">
            <a:avLst/>
          </a:prstGeom>
          <a:solidFill>
            <a:srgbClr val="FF0000"/>
          </a:solidFill>
          <a:ln>
            <a:noFill/>
          </a:ln>
          <a:scene3d>
            <a:camera prst="orthographicFront"/>
            <a:lightRig rig="threePt" dir="t"/>
          </a:scene3d>
          <a:sp3d>
            <a:bevelT w="215900" h="2349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3B46FA7-D04A-4CBF-B4F3-6E8704AB5E72}"/>
              </a:ext>
            </a:extLst>
          </p:cNvPr>
          <p:cNvSpPr/>
          <p:nvPr/>
        </p:nvSpPr>
        <p:spPr>
          <a:xfrm>
            <a:off x="6466114" y="3326372"/>
            <a:ext cx="830425" cy="765110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scene3d>
            <a:camera prst="orthographicFront">
              <a:rot lat="21594000" lon="0" rev="0"/>
            </a:camera>
            <a:lightRig rig="threePt" dir="t"/>
          </a:scene3d>
          <a:sp3d>
            <a:bevelT w="82550" h="558800"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FED4E69-28C0-4FB4-B6B7-F8DC2662CE29}"/>
              </a:ext>
            </a:extLst>
          </p:cNvPr>
          <p:cNvSpPr/>
          <p:nvPr/>
        </p:nvSpPr>
        <p:spPr>
          <a:xfrm>
            <a:off x="6624736" y="3508318"/>
            <a:ext cx="503852" cy="401218"/>
          </a:xfrm>
          <a:prstGeom prst="ellipse">
            <a:avLst/>
          </a:prstGeom>
          <a:solidFill>
            <a:srgbClr val="FF0000"/>
          </a:solidFill>
          <a:ln>
            <a:noFill/>
          </a:ln>
          <a:scene3d>
            <a:camera prst="orthographicFront">
              <a:rot lat="0" lon="0" rev="0"/>
            </a:camera>
            <a:lightRig rig="threePt" dir="t"/>
          </a:scene3d>
          <a:sp3d>
            <a:bevelT w="215900" h="2349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67AD1D4-7E05-4288-93B3-D3D118BE590B}"/>
              </a:ext>
            </a:extLst>
          </p:cNvPr>
          <p:cNvSpPr/>
          <p:nvPr/>
        </p:nvSpPr>
        <p:spPr>
          <a:xfrm>
            <a:off x="3396343" y="1632866"/>
            <a:ext cx="2346649" cy="3158412"/>
          </a:xfrm>
          <a:prstGeom prst="roundRect">
            <a:avLst>
              <a:gd name="adj" fmla="val 34249"/>
            </a:avLst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330200" h="1460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F9F80F8-CB3F-4253-93CB-EA27244CFF70}"/>
              </a:ext>
            </a:extLst>
          </p:cNvPr>
          <p:cNvSpPr/>
          <p:nvPr/>
        </p:nvSpPr>
        <p:spPr>
          <a:xfrm>
            <a:off x="3883867" y="2258017"/>
            <a:ext cx="1371600" cy="2006081"/>
          </a:xfrm>
          <a:prstGeom prst="roundRect">
            <a:avLst>
              <a:gd name="adj" fmla="val 29861"/>
            </a:avLst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101600" h="584200"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5F7524C-440A-4984-BE36-55A7F02DFFE8}"/>
              </a:ext>
            </a:extLst>
          </p:cNvPr>
          <p:cNvSpPr/>
          <p:nvPr/>
        </p:nvSpPr>
        <p:spPr>
          <a:xfrm>
            <a:off x="4205774" y="2845844"/>
            <a:ext cx="727788" cy="755777"/>
          </a:xfrm>
          <a:prstGeom prst="ellipse">
            <a:avLst/>
          </a:prstGeom>
          <a:solidFill>
            <a:srgbClr val="FF0000"/>
          </a:solidFill>
          <a:ln>
            <a:noFill/>
          </a:ln>
          <a:scene3d>
            <a:camera prst="orthographicFront"/>
            <a:lightRig rig="threePt" dir="t"/>
          </a:scene3d>
          <a:sp3d>
            <a:bevelT w="2857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7A3A8AD-A252-4563-B5FD-7DC61FD9FF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31556" y1="32444" x2="31556" y2="32444"/>
                        <a14:foregroundMark x1="24000" y1="51556" x2="24000" y2="51556"/>
                        <a14:foregroundMark x1="48444" y1="19111" x2="48444" y2="19111"/>
                        <a14:foregroundMark x1="65778" y1="32444" x2="65778" y2="32444"/>
                        <a14:backgroundMark x1="47111" y1="25778" x2="47111" y2="25778"/>
                        <a14:backgroundMark x1="60889" y1="30667" x2="60889" y2="306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886691">
            <a:off x="2264829" y="18620"/>
            <a:ext cx="6386904" cy="6386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45445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66E22347-A0E0-4EDB-801A-4F7996CEA9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485" y="324016"/>
            <a:ext cx="8145998" cy="5466881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7A024443-52FF-4EA8-81D1-A186DAF75B4B}"/>
              </a:ext>
            </a:extLst>
          </p:cNvPr>
          <p:cNvSpPr/>
          <p:nvPr/>
        </p:nvSpPr>
        <p:spPr>
          <a:xfrm>
            <a:off x="5531994" y="2136718"/>
            <a:ext cx="2278788" cy="2183363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527050" h="215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8359D1A-323F-4CB0-AE2A-258E66AE2C05}"/>
              </a:ext>
            </a:extLst>
          </p:cNvPr>
          <p:cNvSpPr/>
          <p:nvPr/>
        </p:nvSpPr>
        <p:spPr>
          <a:xfrm>
            <a:off x="6371749" y="2314000"/>
            <a:ext cx="1019156" cy="765110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scene3d>
            <a:camera prst="orthographicFront">
              <a:rot lat="21594000" lon="0" rev="0"/>
            </a:camera>
            <a:lightRig rig="threePt" dir="t"/>
          </a:scene3d>
          <a:sp3d>
            <a:bevelT w="82550" h="558800"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F3B7434-48E0-47DD-8041-3AA20EF23BC4}"/>
              </a:ext>
            </a:extLst>
          </p:cNvPr>
          <p:cNvSpPr/>
          <p:nvPr/>
        </p:nvSpPr>
        <p:spPr>
          <a:xfrm>
            <a:off x="6624736" y="2491280"/>
            <a:ext cx="503852" cy="401218"/>
          </a:xfrm>
          <a:prstGeom prst="ellipse">
            <a:avLst/>
          </a:prstGeom>
          <a:solidFill>
            <a:srgbClr val="FF0000"/>
          </a:solidFill>
          <a:ln>
            <a:noFill/>
          </a:ln>
          <a:scene3d>
            <a:camera prst="orthographicFront"/>
            <a:lightRig rig="threePt" dir="t"/>
          </a:scene3d>
          <a:sp3d>
            <a:bevelT w="215900" h="2349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1290D29-CC82-4259-9562-C1CB0E3B79A4}"/>
              </a:ext>
            </a:extLst>
          </p:cNvPr>
          <p:cNvSpPr/>
          <p:nvPr/>
        </p:nvSpPr>
        <p:spPr>
          <a:xfrm>
            <a:off x="6466114" y="3326372"/>
            <a:ext cx="830425" cy="765110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scene3d>
            <a:camera prst="orthographicFront">
              <a:rot lat="21594000" lon="0" rev="0"/>
            </a:camera>
            <a:lightRig rig="threePt" dir="t"/>
          </a:scene3d>
          <a:sp3d>
            <a:bevelT w="82550" h="558800"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961C6B8-D31F-423C-A325-A7D7B80B2BE0}"/>
              </a:ext>
            </a:extLst>
          </p:cNvPr>
          <p:cNvSpPr/>
          <p:nvPr/>
        </p:nvSpPr>
        <p:spPr>
          <a:xfrm>
            <a:off x="6624736" y="3508318"/>
            <a:ext cx="503852" cy="401218"/>
          </a:xfrm>
          <a:prstGeom prst="ellipse">
            <a:avLst/>
          </a:prstGeom>
          <a:solidFill>
            <a:srgbClr val="FF0000"/>
          </a:solidFill>
          <a:ln>
            <a:noFill/>
          </a:ln>
          <a:scene3d>
            <a:camera prst="orthographicFront">
              <a:rot lat="0" lon="0" rev="0"/>
            </a:camera>
            <a:lightRig rig="threePt" dir="t"/>
          </a:scene3d>
          <a:sp3d>
            <a:bevelT w="215900" h="2349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6A8F468-2090-4FBF-8706-60B709396464}"/>
              </a:ext>
            </a:extLst>
          </p:cNvPr>
          <p:cNvSpPr/>
          <p:nvPr/>
        </p:nvSpPr>
        <p:spPr>
          <a:xfrm>
            <a:off x="3396343" y="1632866"/>
            <a:ext cx="2346649" cy="3158412"/>
          </a:xfrm>
          <a:prstGeom prst="roundRect">
            <a:avLst>
              <a:gd name="adj" fmla="val 34249"/>
            </a:avLst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330200" h="1460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BBDFC86-ED2D-4F52-B93F-35297C9E34BD}"/>
              </a:ext>
            </a:extLst>
          </p:cNvPr>
          <p:cNvSpPr/>
          <p:nvPr/>
        </p:nvSpPr>
        <p:spPr>
          <a:xfrm>
            <a:off x="3883867" y="2258017"/>
            <a:ext cx="1371600" cy="2006081"/>
          </a:xfrm>
          <a:prstGeom prst="roundRect">
            <a:avLst>
              <a:gd name="adj" fmla="val 29861"/>
            </a:avLst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101600" h="584200"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5C9DD03-E584-4060-BD9F-27BBA715CE2B}"/>
              </a:ext>
            </a:extLst>
          </p:cNvPr>
          <p:cNvSpPr/>
          <p:nvPr/>
        </p:nvSpPr>
        <p:spPr>
          <a:xfrm>
            <a:off x="4205774" y="2845844"/>
            <a:ext cx="727788" cy="755777"/>
          </a:xfrm>
          <a:prstGeom prst="ellipse">
            <a:avLst/>
          </a:prstGeom>
          <a:solidFill>
            <a:srgbClr val="FF0000"/>
          </a:solidFill>
          <a:ln>
            <a:noFill/>
          </a:ln>
          <a:scene3d>
            <a:camera prst="orthographicFront"/>
            <a:lightRig rig="threePt" dir="t"/>
          </a:scene3d>
          <a:sp3d>
            <a:bevelT w="2857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77D3429-F36F-4FDE-9C12-845B615D5F9C}"/>
              </a:ext>
            </a:extLst>
          </p:cNvPr>
          <p:cNvSpPr/>
          <p:nvPr/>
        </p:nvSpPr>
        <p:spPr>
          <a:xfrm rot="3031855" flipV="1">
            <a:off x="6944093" y="3193985"/>
            <a:ext cx="431094" cy="3009527"/>
          </a:xfrm>
          <a:prstGeom prst="roundRect">
            <a:avLst>
              <a:gd name="adj" fmla="val 50000"/>
            </a:avLst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241300" h="3111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599F670-5595-4CC7-ACAD-7A5EC72A484D}"/>
              </a:ext>
            </a:extLst>
          </p:cNvPr>
          <p:cNvSpPr/>
          <p:nvPr/>
        </p:nvSpPr>
        <p:spPr>
          <a:xfrm rot="21010292" flipV="1">
            <a:off x="7899445" y="3526690"/>
            <a:ext cx="644400" cy="560264"/>
          </a:xfrm>
          <a:prstGeom prst="ellipse">
            <a:avLst/>
          </a:prstGeom>
          <a:solidFill>
            <a:srgbClr val="FF0000"/>
          </a:solidFill>
          <a:ln>
            <a:noFill/>
          </a:ln>
          <a:scene3d>
            <a:camera prst="orthographicFront"/>
            <a:lightRig rig="threePt" dir="t"/>
          </a:scene3d>
          <a:sp3d>
            <a:bevelT w="215900" h="2349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6078FD9-6F35-4168-B386-8AD47B7386EF}"/>
              </a:ext>
            </a:extLst>
          </p:cNvPr>
          <p:cNvSpPr/>
          <p:nvPr/>
        </p:nvSpPr>
        <p:spPr>
          <a:xfrm rot="18573985">
            <a:off x="6888197" y="174297"/>
            <a:ext cx="488201" cy="2871788"/>
          </a:xfrm>
          <a:prstGeom prst="roundRect">
            <a:avLst>
              <a:gd name="adj" fmla="val 50000"/>
            </a:avLst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241300" h="3111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B9AFF00-406F-41E7-909E-E84CEB3CE50F}"/>
              </a:ext>
            </a:extLst>
          </p:cNvPr>
          <p:cNvSpPr/>
          <p:nvPr/>
        </p:nvSpPr>
        <p:spPr>
          <a:xfrm rot="595548">
            <a:off x="7989477" y="2269304"/>
            <a:ext cx="644400" cy="634481"/>
          </a:xfrm>
          <a:prstGeom prst="ellipse">
            <a:avLst/>
          </a:prstGeom>
          <a:solidFill>
            <a:srgbClr val="FF0000"/>
          </a:solidFill>
          <a:ln>
            <a:noFill/>
          </a:ln>
          <a:scene3d>
            <a:camera prst="orthographicFront"/>
            <a:lightRig rig="threePt" dir="t"/>
          </a:scene3d>
          <a:sp3d>
            <a:bevelT w="215900" h="2349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B35801D-CBED-40E5-B379-78AB8B41971E}"/>
              </a:ext>
            </a:extLst>
          </p:cNvPr>
          <p:cNvSpPr/>
          <p:nvPr/>
        </p:nvSpPr>
        <p:spPr>
          <a:xfrm rot="2038485">
            <a:off x="5470879" y="414101"/>
            <a:ext cx="488201" cy="1963774"/>
          </a:xfrm>
          <a:prstGeom prst="roundRect">
            <a:avLst>
              <a:gd name="adj" fmla="val 50000"/>
            </a:avLst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241300" h="3111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73E25A20-990F-4DEB-9681-7A9065409C46}"/>
              </a:ext>
            </a:extLst>
          </p:cNvPr>
          <p:cNvSpPr/>
          <p:nvPr/>
        </p:nvSpPr>
        <p:spPr>
          <a:xfrm>
            <a:off x="5891893" y="588079"/>
            <a:ext cx="426876" cy="396546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h="355600"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5AED66C5-DFAE-4E10-95C9-2046B2A62488}"/>
              </a:ext>
            </a:extLst>
          </p:cNvPr>
          <p:cNvSpPr/>
          <p:nvPr/>
        </p:nvSpPr>
        <p:spPr>
          <a:xfrm>
            <a:off x="6005988" y="648961"/>
            <a:ext cx="217348" cy="216000"/>
          </a:xfrm>
          <a:prstGeom prst="ellipse">
            <a:avLst/>
          </a:prstGeom>
          <a:solidFill>
            <a:srgbClr val="FF0000"/>
          </a:solidFill>
          <a:ln>
            <a:noFill/>
          </a:ln>
          <a:scene3d>
            <a:camera prst="orthographicFront"/>
            <a:lightRig rig="threePt" dir="t"/>
          </a:scene3d>
          <a:sp3d>
            <a:bevelT w="215900" h="2349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C6180127-0508-413E-9F8E-40D7192C9EB5}"/>
              </a:ext>
            </a:extLst>
          </p:cNvPr>
          <p:cNvSpPr/>
          <p:nvPr/>
        </p:nvSpPr>
        <p:spPr>
          <a:xfrm rot="19561515" flipV="1">
            <a:off x="5548039" y="4113674"/>
            <a:ext cx="488201" cy="1734065"/>
          </a:xfrm>
          <a:prstGeom prst="roundRect">
            <a:avLst>
              <a:gd name="adj" fmla="val 50000"/>
            </a:avLst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241300" h="3111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986EB862-721F-4C07-879A-3F74CA6D52C9}"/>
              </a:ext>
            </a:extLst>
          </p:cNvPr>
          <p:cNvSpPr/>
          <p:nvPr/>
        </p:nvSpPr>
        <p:spPr>
          <a:xfrm flipV="1">
            <a:off x="5959723" y="5331345"/>
            <a:ext cx="426876" cy="350161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h="355600"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5FBF19B-8959-4843-BE2C-250F924E6298}"/>
              </a:ext>
            </a:extLst>
          </p:cNvPr>
          <p:cNvSpPr/>
          <p:nvPr/>
        </p:nvSpPr>
        <p:spPr>
          <a:xfrm flipV="1">
            <a:off x="6055156" y="5418351"/>
            <a:ext cx="217348" cy="190734"/>
          </a:xfrm>
          <a:prstGeom prst="ellipse">
            <a:avLst/>
          </a:prstGeom>
          <a:solidFill>
            <a:srgbClr val="FF0000"/>
          </a:solidFill>
          <a:ln>
            <a:noFill/>
          </a:ln>
          <a:scene3d>
            <a:camera prst="orthographicFront"/>
            <a:lightRig rig="threePt" dir="t"/>
          </a:scene3d>
          <a:sp3d>
            <a:bevelT w="215900" h="2349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34857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66E22347-A0E0-4EDB-801A-4F7996CEA9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485" y="324016"/>
            <a:ext cx="8145998" cy="5466881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7A024443-52FF-4EA8-81D1-A186DAF75B4B}"/>
              </a:ext>
            </a:extLst>
          </p:cNvPr>
          <p:cNvSpPr/>
          <p:nvPr/>
        </p:nvSpPr>
        <p:spPr>
          <a:xfrm>
            <a:off x="5531994" y="2136718"/>
            <a:ext cx="2278788" cy="2183363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527050" h="215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8359D1A-323F-4CB0-AE2A-258E66AE2C05}"/>
              </a:ext>
            </a:extLst>
          </p:cNvPr>
          <p:cNvSpPr/>
          <p:nvPr/>
        </p:nvSpPr>
        <p:spPr>
          <a:xfrm>
            <a:off x="6371749" y="2314000"/>
            <a:ext cx="1019156" cy="765110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scene3d>
            <a:camera prst="orthographicFront">
              <a:rot lat="21594000" lon="0" rev="0"/>
            </a:camera>
            <a:lightRig rig="threePt" dir="t"/>
          </a:scene3d>
          <a:sp3d>
            <a:bevelT w="82550" h="558800"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F3B7434-48E0-47DD-8041-3AA20EF23BC4}"/>
              </a:ext>
            </a:extLst>
          </p:cNvPr>
          <p:cNvSpPr/>
          <p:nvPr/>
        </p:nvSpPr>
        <p:spPr>
          <a:xfrm>
            <a:off x="6624736" y="2491280"/>
            <a:ext cx="503852" cy="401218"/>
          </a:xfrm>
          <a:prstGeom prst="ellipse">
            <a:avLst/>
          </a:prstGeom>
          <a:solidFill>
            <a:srgbClr val="FF0000"/>
          </a:solidFill>
          <a:ln>
            <a:noFill/>
          </a:ln>
          <a:scene3d>
            <a:camera prst="orthographicFront"/>
            <a:lightRig rig="threePt" dir="t"/>
          </a:scene3d>
          <a:sp3d>
            <a:bevelT w="215900" h="2349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1290D29-CC82-4259-9562-C1CB0E3B79A4}"/>
              </a:ext>
            </a:extLst>
          </p:cNvPr>
          <p:cNvSpPr/>
          <p:nvPr/>
        </p:nvSpPr>
        <p:spPr>
          <a:xfrm>
            <a:off x="6466114" y="3326372"/>
            <a:ext cx="830425" cy="765110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scene3d>
            <a:camera prst="orthographicFront">
              <a:rot lat="21594000" lon="0" rev="0"/>
            </a:camera>
            <a:lightRig rig="threePt" dir="t"/>
          </a:scene3d>
          <a:sp3d>
            <a:bevelT w="82550" h="558800"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961C6B8-D31F-423C-A325-A7D7B80B2BE0}"/>
              </a:ext>
            </a:extLst>
          </p:cNvPr>
          <p:cNvSpPr/>
          <p:nvPr/>
        </p:nvSpPr>
        <p:spPr>
          <a:xfrm>
            <a:off x="6624736" y="3508318"/>
            <a:ext cx="503852" cy="401218"/>
          </a:xfrm>
          <a:prstGeom prst="ellipse">
            <a:avLst/>
          </a:prstGeom>
          <a:solidFill>
            <a:srgbClr val="FF0000"/>
          </a:solidFill>
          <a:ln>
            <a:noFill/>
          </a:ln>
          <a:scene3d>
            <a:camera prst="orthographicFront">
              <a:rot lat="0" lon="0" rev="0"/>
            </a:camera>
            <a:lightRig rig="threePt" dir="t"/>
          </a:scene3d>
          <a:sp3d>
            <a:bevelT w="215900" h="2349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6A8F468-2090-4FBF-8706-60B709396464}"/>
              </a:ext>
            </a:extLst>
          </p:cNvPr>
          <p:cNvSpPr/>
          <p:nvPr/>
        </p:nvSpPr>
        <p:spPr>
          <a:xfrm>
            <a:off x="3396343" y="1632866"/>
            <a:ext cx="2346649" cy="3158412"/>
          </a:xfrm>
          <a:prstGeom prst="roundRect">
            <a:avLst>
              <a:gd name="adj" fmla="val 34249"/>
            </a:avLst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330200" h="1460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BBDFC86-ED2D-4F52-B93F-35297C9E34BD}"/>
              </a:ext>
            </a:extLst>
          </p:cNvPr>
          <p:cNvSpPr/>
          <p:nvPr/>
        </p:nvSpPr>
        <p:spPr>
          <a:xfrm>
            <a:off x="3883867" y="2258017"/>
            <a:ext cx="1371600" cy="2006081"/>
          </a:xfrm>
          <a:prstGeom prst="roundRect">
            <a:avLst>
              <a:gd name="adj" fmla="val 29861"/>
            </a:avLst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101600" h="584200"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5C9DD03-E584-4060-BD9F-27BBA715CE2B}"/>
              </a:ext>
            </a:extLst>
          </p:cNvPr>
          <p:cNvSpPr/>
          <p:nvPr/>
        </p:nvSpPr>
        <p:spPr>
          <a:xfrm>
            <a:off x="4205774" y="2845844"/>
            <a:ext cx="727788" cy="755777"/>
          </a:xfrm>
          <a:prstGeom prst="ellipse">
            <a:avLst/>
          </a:prstGeom>
          <a:solidFill>
            <a:srgbClr val="FF0000"/>
          </a:solidFill>
          <a:ln>
            <a:noFill/>
          </a:ln>
          <a:scene3d>
            <a:camera prst="orthographicFront"/>
            <a:lightRig rig="threePt" dir="t"/>
          </a:scene3d>
          <a:sp3d>
            <a:bevelT w="2857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77D3429-F36F-4FDE-9C12-845B615D5F9C}"/>
              </a:ext>
            </a:extLst>
          </p:cNvPr>
          <p:cNvSpPr/>
          <p:nvPr/>
        </p:nvSpPr>
        <p:spPr>
          <a:xfrm rot="3031855" flipV="1">
            <a:off x="6944093" y="3193985"/>
            <a:ext cx="431094" cy="3009527"/>
          </a:xfrm>
          <a:prstGeom prst="roundRect">
            <a:avLst>
              <a:gd name="adj" fmla="val 50000"/>
            </a:avLst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241300" h="3111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599F670-5595-4CC7-ACAD-7A5EC72A484D}"/>
              </a:ext>
            </a:extLst>
          </p:cNvPr>
          <p:cNvSpPr/>
          <p:nvPr/>
        </p:nvSpPr>
        <p:spPr>
          <a:xfrm rot="21010292" flipV="1">
            <a:off x="7899445" y="3526690"/>
            <a:ext cx="644400" cy="560264"/>
          </a:xfrm>
          <a:prstGeom prst="ellipse">
            <a:avLst/>
          </a:prstGeom>
          <a:solidFill>
            <a:srgbClr val="FF0000"/>
          </a:solidFill>
          <a:ln>
            <a:noFill/>
          </a:ln>
          <a:scene3d>
            <a:camera prst="orthographicFront"/>
            <a:lightRig rig="threePt" dir="t"/>
          </a:scene3d>
          <a:sp3d>
            <a:bevelT w="215900" h="2349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6078FD9-6F35-4168-B386-8AD47B7386EF}"/>
              </a:ext>
            </a:extLst>
          </p:cNvPr>
          <p:cNvSpPr/>
          <p:nvPr/>
        </p:nvSpPr>
        <p:spPr>
          <a:xfrm rot="18573985">
            <a:off x="6888197" y="174297"/>
            <a:ext cx="488201" cy="2871788"/>
          </a:xfrm>
          <a:prstGeom prst="roundRect">
            <a:avLst>
              <a:gd name="adj" fmla="val 50000"/>
            </a:avLst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241300" h="3111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B9AFF00-406F-41E7-909E-E84CEB3CE50F}"/>
              </a:ext>
            </a:extLst>
          </p:cNvPr>
          <p:cNvSpPr/>
          <p:nvPr/>
        </p:nvSpPr>
        <p:spPr>
          <a:xfrm rot="595548">
            <a:off x="7989477" y="2269304"/>
            <a:ext cx="644400" cy="634481"/>
          </a:xfrm>
          <a:prstGeom prst="ellipse">
            <a:avLst/>
          </a:prstGeom>
          <a:solidFill>
            <a:srgbClr val="FF0000"/>
          </a:solidFill>
          <a:ln>
            <a:noFill/>
          </a:ln>
          <a:scene3d>
            <a:camera prst="orthographicFront"/>
            <a:lightRig rig="threePt" dir="t"/>
          </a:scene3d>
          <a:sp3d>
            <a:bevelT w="215900" h="2349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B35801D-CBED-40E5-B379-78AB8B41971E}"/>
              </a:ext>
            </a:extLst>
          </p:cNvPr>
          <p:cNvSpPr/>
          <p:nvPr/>
        </p:nvSpPr>
        <p:spPr>
          <a:xfrm rot="2038485">
            <a:off x="5470879" y="414101"/>
            <a:ext cx="488201" cy="1963774"/>
          </a:xfrm>
          <a:prstGeom prst="roundRect">
            <a:avLst>
              <a:gd name="adj" fmla="val 50000"/>
            </a:avLst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241300" h="3111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73E25A20-990F-4DEB-9681-7A9065409C46}"/>
              </a:ext>
            </a:extLst>
          </p:cNvPr>
          <p:cNvSpPr/>
          <p:nvPr/>
        </p:nvSpPr>
        <p:spPr>
          <a:xfrm>
            <a:off x="5891893" y="588079"/>
            <a:ext cx="426876" cy="396546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h="355600"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5AED66C5-DFAE-4E10-95C9-2046B2A62488}"/>
              </a:ext>
            </a:extLst>
          </p:cNvPr>
          <p:cNvSpPr/>
          <p:nvPr/>
        </p:nvSpPr>
        <p:spPr>
          <a:xfrm>
            <a:off x="6005988" y="648961"/>
            <a:ext cx="217348" cy="216000"/>
          </a:xfrm>
          <a:prstGeom prst="ellipse">
            <a:avLst/>
          </a:prstGeom>
          <a:solidFill>
            <a:srgbClr val="FF0000"/>
          </a:solidFill>
          <a:ln>
            <a:noFill/>
          </a:ln>
          <a:scene3d>
            <a:camera prst="orthographicFront"/>
            <a:lightRig rig="threePt" dir="t"/>
          </a:scene3d>
          <a:sp3d>
            <a:bevelT w="215900" h="2349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C6180127-0508-413E-9F8E-40D7192C9EB5}"/>
              </a:ext>
            </a:extLst>
          </p:cNvPr>
          <p:cNvSpPr/>
          <p:nvPr/>
        </p:nvSpPr>
        <p:spPr>
          <a:xfrm rot="19561515" flipV="1">
            <a:off x="5548039" y="4113674"/>
            <a:ext cx="488201" cy="1734065"/>
          </a:xfrm>
          <a:prstGeom prst="roundRect">
            <a:avLst>
              <a:gd name="adj" fmla="val 50000"/>
            </a:avLst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241300" h="3111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986EB862-721F-4C07-879A-3F74CA6D52C9}"/>
              </a:ext>
            </a:extLst>
          </p:cNvPr>
          <p:cNvSpPr/>
          <p:nvPr/>
        </p:nvSpPr>
        <p:spPr>
          <a:xfrm flipV="1">
            <a:off x="5959723" y="5331345"/>
            <a:ext cx="426876" cy="350161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h="355600"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5FBF19B-8959-4843-BE2C-250F924E6298}"/>
              </a:ext>
            </a:extLst>
          </p:cNvPr>
          <p:cNvSpPr/>
          <p:nvPr/>
        </p:nvSpPr>
        <p:spPr>
          <a:xfrm flipV="1">
            <a:off x="6055156" y="5418351"/>
            <a:ext cx="217348" cy="190734"/>
          </a:xfrm>
          <a:prstGeom prst="ellipse">
            <a:avLst/>
          </a:prstGeom>
          <a:solidFill>
            <a:srgbClr val="FF0000"/>
          </a:solidFill>
          <a:ln>
            <a:noFill/>
          </a:ln>
          <a:scene3d>
            <a:camera prst="orthographicFront"/>
            <a:lightRig rig="threePt" dir="t"/>
          </a:scene3d>
          <a:sp3d>
            <a:bevelT w="215900" h="2349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70261492-BFDD-4C36-828F-7EB4D5BD55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31556" y1="32444" x2="31556" y2="32444"/>
                        <a14:foregroundMark x1="24000" y1="51556" x2="24000" y2="51556"/>
                        <a14:foregroundMark x1="48444" y1="19111" x2="48444" y2="19111"/>
                        <a14:foregroundMark x1="65778" y1="32444" x2="65778" y2="32444"/>
                        <a14:backgroundMark x1="47111" y1="25778" x2="47111" y2="25778"/>
                        <a14:backgroundMark x1="60889" y1="30667" x2="60889" y2="306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886691">
            <a:off x="2264829" y="18620"/>
            <a:ext cx="6386904" cy="6386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22980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A699FEA4-B501-4563-B55E-D869BD3B52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485" y="324016"/>
            <a:ext cx="8145998" cy="5466881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7BCEBDDA-F725-4C5F-B1D6-5312EE8CD615}"/>
              </a:ext>
            </a:extLst>
          </p:cNvPr>
          <p:cNvSpPr/>
          <p:nvPr/>
        </p:nvSpPr>
        <p:spPr>
          <a:xfrm>
            <a:off x="5531994" y="2136718"/>
            <a:ext cx="2278788" cy="2183363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527050" h="215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A7B74A0-6DD5-4375-823C-216D33C3C8A3}"/>
              </a:ext>
            </a:extLst>
          </p:cNvPr>
          <p:cNvSpPr/>
          <p:nvPr/>
        </p:nvSpPr>
        <p:spPr>
          <a:xfrm>
            <a:off x="6371749" y="2314000"/>
            <a:ext cx="1019156" cy="765110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scene3d>
            <a:camera prst="orthographicFront">
              <a:rot lat="21594000" lon="0" rev="0"/>
            </a:camera>
            <a:lightRig rig="threePt" dir="t"/>
          </a:scene3d>
          <a:sp3d>
            <a:bevelT w="82550" h="558800"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A84EF9D-0DB9-4AFA-8A38-7B96C8C5DF06}"/>
              </a:ext>
            </a:extLst>
          </p:cNvPr>
          <p:cNvSpPr/>
          <p:nvPr/>
        </p:nvSpPr>
        <p:spPr>
          <a:xfrm>
            <a:off x="6624736" y="2491280"/>
            <a:ext cx="503852" cy="401218"/>
          </a:xfrm>
          <a:prstGeom prst="ellipse">
            <a:avLst/>
          </a:prstGeom>
          <a:solidFill>
            <a:srgbClr val="FF0000"/>
          </a:solidFill>
          <a:ln>
            <a:noFill/>
          </a:ln>
          <a:scene3d>
            <a:camera prst="orthographicFront"/>
            <a:lightRig rig="threePt" dir="t"/>
          </a:scene3d>
          <a:sp3d>
            <a:bevelT w="215900" h="2349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917EF0C-4D7B-4587-ACDF-260E73970647}"/>
              </a:ext>
            </a:extLst>
          </p:cNvPr>
          <p:cNvSpPr/>
          <p:nvPr/>
        </p:nvSpPr>
        <p:spPr>
          <a:xfrm>
            <a:off x="6466114" y="3326372"/>
            <a:ext cx="830425" cy="765110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scene3d>
            <a:camera prst="orthographicFront">
              <a:rot lat="21594000" lon="0" rev="0"/>
            </a:camera>
            <a:lightRig rig="threePt" dir="t"/>
          </a:scene3d>
          <a:sp3d>
            <a:bevelT w="82550" h="558800"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D53DFF0-C4E9-4D76-99B9-59050B282628}"/>
              </a:ext>
            </a:extLst>
          </p:cNvPr>
          <p:cNvSpPr/>
          <p:nvPr/>
        </p:nvSpPr>
        <p:spPr>
          <a:xfrm>
            <a:off x="6624736" y="3508318"/>
            <a:ext cx="503852" cy="401218"/>
          </a:xfrm>
          <a:prstGeom prst="ellipse">
            <a:avLst/>
          </a:prstGeom>
          <a:solidFill>
            <a:srgbClr val="FF0000"/>
          </a:solidFill>
          <a:ln>
            <a:noFill/>
          </a:ln>
          <a:scene3d>
            <a:camera prst="orthographicFront">
              <a:rot lat="0" lon="0" rev="0"/>
            </a:camera>
            <a:lightRig rig="threePt" dir="t"/>
          </a:scene3d>
          <a:sp3d>
            <a:bevelT w="215900" h="2349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D3C8A6A-99BD-4A79-88B8-E41B1B06806C}"/>
              </a:ext>
            </a:extLst>
          </p:cNvPr>
          <p:cNvSpPr/>
          <p:nvPr/>
        </p:nvSpPr>
        <p:spPr>
          <a:xfrm>
            <a:off x="3396343" y="1632866"/>
            <a:ext cx="2346649" cy="3158412"/>
          </a:xfrm>
          <a:prstGeom prst="roundRect">
            <a:avLst>
              <a:gd name="adj" fmla="val 34249"/>
            </a:avLst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330200" h="1460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1615BC4-4DD5-434A-B681-B47B160A4851}"/>
              </a:ext>
            </a:extLst>
          </p:cNvPr>
          <p:cNvSpPr/>
          <p:nvPr/>
        </p:nvSpPr>
        <p:spPr>
          <a:xfrm>
            <a:off x="3883867" y="2258017"/>
            <a:ext cx="1371600" cy="2006081"/>
          </a:xfrm>
          <a:prstGeom prst="roundRect">
            <a:avLst>
              <a:gd name="adj" fmla="val 29861"/>
            </a:avLst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101600" h="584200"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41E4686-697A-459C-A3F7-CD8DEDAB091E}"/>
              </a:ext>
            </a:extLst>
          </p:cNvPr>
          <p:cNvSpPr/>
          <p:nvPr/>
        </p:nvSpPr>
        <p:spPr>
          <a:xfrm>
            <a:off x="4205774" y="2845844"/>
            <a:ext cx="727788" cy="755777"/>
          </a:xfrm>
          <a:prstGeom prst="ellipse">
            <a:avLst/>
          </a:prstGeom>
          <a:solidFill>
            <a:srgbClr val="FF0000"/>
          </a:solidFill>
          <a:ln>
            <a:noFill/>
          </a:ln>
          <a:scene3d>
            <a:camera prst="orthographicFront"/>
            <a:lightRig rig="threePt" dir="t"/>
          </a:scene3d>
          <a:sp3d>
            <a:bevelT w="2857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0CDD629D-4E39-41D1-8195-DAAB0F9FF775}"/>
              </a:ext>
            </a:extLst>
          </p:cNvPr>
          <p:cNvSpPr/>
          <p:nvPr/>
        </p:nvSpPr>
        <p:spPr>
          <a:xfrm rot="3031855" flipV="1">
            <a:off x="6944093" y="3193985"/>
            <a:ext cx="431094" cy="3009527"/>
          </a:xfrm>
          <a:prstGeom prst="roundRect">
            <a:avLst>
              <a:gd name="adj" fmla="val 50000"/>
            </a:avLst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241300" h="3111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2DC1B2E-8868-471A-AA01-AEFC7CFFB48D}"/>
              </a:ext>
            </a:extLst>
          </p:cNvPr>
          <p:cNvSpPr/>
          <p:nvPr/>
        </p:nvSpPr>
        <p:spPr>
          <a:xfrm rot="21010292" flipV="1">
            <a:off x="7899445" y="3526690"/>
            <a:ext cx="644400" cy="560264"/>
          </a:xfrm>
          <a:prstGeom prst="ellipse">
            <a:avLst/>
          </a:prstGeom>
          <a:solidFill>
            <a:srgbClr val="FF0000"/>
          </a:solidFill>
          <a:ln>
            <a:noFill/>
          </a:ln>
          <a:scene3d>
            <a:camera prst="orthographicFront"/>
            <a:lightRig rig="threePt" dir="t"/>
          </a:scene3d>
          <a:sp3d>
            <a:bevelT w="215900" h="2349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47C229C-D005-485C-8257-2495B6AF5209}"/>
              </a:ext>
            </a:extLst>
          </p:cNvPr>
          <p:cNvSpPr/>
          <p:nvPr/>
        </p:nvSpPr>
        <p:spPr>
          <a:xfrm rot="18573985">
            <a:off x="6888197" y="174297"/>
            <a:ext cx="488201" cy="2871788"/>
          </a:xfrm>
          <a:prstGeom prst="roundRect">
            <a:avLst>
              <a:gd name="adj" fmla="val 50000"/>
            </a:avLst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241300" h="3111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8836513-B36E-48C8-B963-E34655C5F9B6}"/>
              </a:ext>
            </a:extLst>
          </p:cNvPr>
          <p:cNvSpPr/>
          <p:nvPr/>
        </p:nvSpPr>
        <p:spPr>
          <a:xfrm rot="595548">
            <a:off x="7989477" y="2269304"/>
            <a:ext cx="644400" cy="634481"/>
          </a:xfrm>
          <a:prstGeom prst="ellipse">
            <a:avLst/>
          </a:prstGeom>
          <a:solidFill>
            <a:srgbClr val="FF0000"/>
          </a:solidFill>
          <a:ln>
            <a:noFill/>
          </a:ln>
          <a:scene3d>
            <a:camera prst="orthographicFront"/>
            <a:lightRig rig="threePt" dir="t"/>
          </a:scene3d>
          <a:sp3d>
            <a:bevelT w="215900" h="2349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E9DD5B3-4DE2-4C9E-B06E-F7FD1D3F8AA2}"/>
              </a:ext>
            </a:extLst>
          </p:cNvPr>
          <p:cNvSpPr/>
          <p:nvPr/>
        </p:nvSpPr>
        <p:spPr>
          <a:xfrm rot="2038485">
            <a:off x="5470879" y="414101"/>
            <a:ext cx="488201" cy="1963774"/>
          </a:xfrm>
          <a:prstGeom prst="roundRect">
            <a:avLst>
              <a:gd name="adj" fmla="val 50000"/>
            </a:avLst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241300" h="3111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A3F93A3-9AA2-47BD-87B6-BFD5F4888B42}"/>
              </a:ext>
            </a:extLst>
          </p:cNvPr>
          <p:cNvSpPr/>
          <p:nvPr/>
        </p:nvSpPr>
        <p:spPr>
          <a:xfrm>
            <a:off x="5891893" y="588079"/>
            <a:ext cx="426876" cy="396546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h="355600"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44C97CD-DD54-4622-A5CC-3BCFB08C85C8}"/>
              </a:ext>
            </a:extLst>
          </p:cNvPr>
          <p:cNvSpPr/>
          <p:nvPr/>
        </p:nvSpPr>
        <p:spPr>
          <a:xfrm>
            <a:off x="6005988" y="648961"/>
            <a:ext cx="217348" cy="216000"/>
          </a:xfrm>
          <a:prstGeom prst="ellipse">
            <a:avLst/>
          </a:prstGeom>
          <a:solidFill>
            <a:srgbClr val="FF0000"/>
          </a:solidFill>
          <a:ln>
            <a:noFill/>
          </a:ln>
          <a:scene3d>
            <a:camera prst="orthographicFront"/>
            <a:lightRig rig="threePt" dir="t"/>
          </a:scene3d>
          <a:sp3d>
            <a:bevelT w="215900" h="2349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5D36BBD7-AA08-4825-85F5-D4B6F6FC37D6}"/>
              </a:ext>
            </a:extLst>
          </p:cNvPr>
          <p:cNvSpPr/>
          <p:nvPr/>
        </p:nvSpPr>
        <p:spPr>
          <a:xfrm rot="19561515" flipV="1">
            <a:off x="5548039" y="4113674"/>
            <a:ext cx="488201" cy="1734065"/>
          </a:xfrm>
          <a:prstGeom prst="roundRect">
            <a:avLst>
              <a:gd name="adj" fmla="val 50000"/>
            </a:avLst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241300" h="3111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4C54BAE9-EDB1-4DB9-8ACF-4749CECB69D2}"/>
              </a:ext>
            </a:extLst>
          </p:cNvPr>
          <p:cNvSpPr/>
          <p:nvPr/>
        </p:nvSpPr>
        <p:spPr>
          <a:xfrm flipV="1">
            <a:off x="5959723" y="5331345"/>
            <a:ext cx="426876" cy="350161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h="355600"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344B3D7D-7C14-4094-93F6-6AA765DD3BB9}"/>
              </a:ext>
            </a:extLst>
          </p:cNvPr>
          <p:cNvSpPr/>
          <p:nvPr/>
        </p:nvSpPr>
        <p:spPr>
          <a:xfrm flipV="1">
            <a:off x="6064487" y="5418351"/>
            <a:ext cx="217348" cy="190734"/>
          </a:xfrm>
          <a:prstGeom prst="ellipse">
            <a:avLst/>
          </a:prstGeom>
          <a:solidFill>
            <a:srgbClr val="FF0000"/>
          </a:solidFill>
          <a:ln>
            <a:noFill/>
          </a:ln>
          <a:scene3d>
            <a:camera prst="orthographicFront"/>
            <a:lightRig rig="threePt" dir="t"/>
          </a:scene3d>
          <a:sp3d>
            <a:bevelT w="215900" h="2349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3" name="Isosceles Triangle 42">
            <a:extLst>
              <a:ext uri="{FF2B5EF4-FFF2-40B4-BE49-F238E27FC236}">
                <a16:creationId xmlns:a16="http://schemas.microsoft.com/office/drawing/2014/main" id="{40D7BE06-E7F3-40E8-BB7F-AB4F40CDF343}"/>
              </a:ext>
            </a:extLst>
          </p:cNvPr>
          <p:cNvSpPr/>
          <p:nvPr/>
        </p:nvSpPr>
        <p:spPr>
          <a:xfrm rot="10800000">
            <a:off x="8645783" y="1788646"/>
            <a:ext cx="626973" cy="3075451"/>
          </a:xfrm>
          <a:prstGeom prst="triangle">
            <a:avLst/>
          </a:prstGeom>
          <a:solidFill>
            <a:srgbClr val="FF0000"/>
          </a:solidFill>
          <a:ln>
            <a:noFill/>
          </a:ln>
          <a:scene3d>
            <a:camera prst="orthographicFront">
              <a:rot lat="4800000" lon="5400000" rev="0"/>
            </a:camera>
            <a:lightRig rig="threePt" dir="t"/>
          </a:scene3d>
          <a:sp3d>
            <a:bevelT w="520700" h="882650"/>
            <a:bevelB w="285750" h="2286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035167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A699FEA4-B501-4563-B55E-D869BD3B52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485" y="324016"/>
            <a:ext cx="8145998" cy="5466881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7BCEBDDA-F725-4C5F-B1D6-5312EE8CD615}"/>
              </a:ext>
            </a:extLst>
          </p:cNvPr>
          <p:cNvSpPr/>
          <p:nvPr/>
        </p:nvSpPr>
        <p:spPr>
          <a:xfrm>
            <a:off x="5531994" y="2136718"/>
            <a:ext cx="2278788" cy="2183363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527050" h="215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A7B74A0-6DD5-4375-823C-216D33C3C8A3}"/>
              </a:ext>
            </a:extLst>
          </p:cNvPr>
          <p:cNvSpPr/>
          <p:nvPr/>
        </p:nvSpPr>
        <p:spPr>
          <a:xfrm>
            <a:off x="6371749" y="2314000"/>
            <a:ext cx="1019156" cy="765110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scene3d>
            <a:camera prst="orthographicFront">
              <a:rot lat="21594000" lon="0" rev="0"/>
            </a:camera>
            <a:lightRig rig="threePt" dir="t"/>
          </a:scene3d>
          <a:sp3d>
            <a:bevelT w="82550" h="558800"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A84EF9D-0DB9-4AFA-8A38-7B96C8C5DF06}"/>
              </a:ext>
            </a:extLst>
          </p:cNvPr>
          <p:cNvSpPr/>
          <p:nvPr/>
        </p:nvSpPr>
        <p:spPr>
          <a:xfrm>
            <a:off x="6624736" y="2491280"/>
            <a:ext cx="503852" cy="401218"/>
          </a:xfrm>
          <a:prstGeom prst="ellipse">
            <a:avLst/>
          </a:prstGeom>
          <a:solidFill>
            <a:srgbClr val="FF0000"/>
          </a:solidFill>
          <a:ln>
            <a:noFill/>
          </a:ln>
          <a:scene3d>
            <a:camera prst="orthographicFront"/>
            <a:lightRig rig="threePt" dir="t"/>
          </a:scene3d>
          <a:sp3d>
            <a:bevelT w="215900" h="2349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917EF0C-4D7B-4587-ACDF-260E73970647}"/>
              </a:ext>
            </a:extLst>
          </p:cNvPr>
          <p:cNvSpPr/>
          <p:nvPr/>
        </p:nvSpPr>
        <p:spPr>
          <a:xfrm>
            <a:off x="6466114" y="3326372"/>
            <a:ext cx="830425" cy="765110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scene3d>
            <a:camera prst="orthographicFront">
              <a:rot lat="21594000" lon="0" rev="0"/>
            </a:camera>
            <a:lightRig rig="threePt" dir="t"/>
          </a:scene3d>
          <a:sp3d>
            <a:bevelT w="82550" h="558800"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D53DFF0-C4E9-4D76-99B9-59050B282628}"/>
              </a:ext>
            </a:extLst>
          </p:cNvPr>
          <p:cNvSpPr/>
          <p:nvPr/>
        </p:nvSpPr>
        <p:spPr>
          <a:xfrm>
            <a:off x="6624736" y="3508318"/>
            <a:ext cx="503852" cy="401218"/>
          </a:xfrm>
          <a:prstGeom prst="ellipse">
            <a:avLst/>
          </a:prstGeom>
          <a:solidFill>
            <a:srgbClr val="FF0000"/>
          </a:solidFill>
          <a:ln>
            <a:noFill/>
          </a:ln>
          <a:scene3d>
            <a:camera prst="orthographicFront">
              <a:rot lat="0" lon="0" rev="0"/>
            </a:camera>
            <a:lightRig rig="threePt" dir="t"/>
          </a:scene3d>
          <a:sp3d>
            <a:bevelT w="215900" h="2349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D3C8A6A-99BD-4A79-88B8-E41B1B06806C}"/>
              </a:ext>
            </a:extLst>
          </p:cNvPr>
          <p:cNvSpPr/>
          <p:nvPr/>
        </p:nvSpPr>
        <p:spPr>
          <a:xfrm>
            <a:off x="3396343" y="1632866"/>
            <a:ext cx="2346649" cy="3158412"/>
          </a:xfrm>
          <a:prstGeom prst="roundRect">
            <a:avLst>
              <a:gd name="adj" fmla="val 34249"/>
            </a:avLst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330200" h="1460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1615BC4-4DD5-434A-B681-B47B160A4851}"/>
              </a:ext>
            </a:extLst>
          </p:cNvPr>
          <p:cNvSpPr/>
          <p:nvPr/>
        </p:nvSpPr>
        <p:spPr>
          <a:xfrm>
            <a:off x="3883867" y="2258017"/>
            <a:ext cx="1371600" cy="2006081"/>
          </a:xfrm>
          <a:prstGeom prst="roundRect">
            <a:avLst>
              <a:gd name="adj" fmla="val 29861"/>
            </a:avLst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101600" h="584200"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41E4686-697A-459C-A3F7-CD8DEDAB091E}"/>
              </a:ext>
            </a:extLst>
          </p:cNvPr>
          <p:cNvSpPr/>
          <p:nvPr/>
        </p:nvSpPr>
        <p:spPr>
          <a:xfrm>
            <a:off x="4205774" y="2845844"/>
            <a:ext cx="727788" cy="755777"/>
          </a:xfrm>
          <a:prstGeom prst="ellipse">
            <a:avLst/>
          </a:prstGeom>
          <a:solidFill>
            <a:srgbClr val="FF0000"/>
          </a:solidFill>
          <a:ln>
            <a:noFill/>
          </a:ln>
          <a:scene3d>
            <a:camera prst="orthographicFront"/>
            <a:lightRig rig="threePt" dir="t"/>
          </a:scene3d>
          <a:sp3d>
            <a:bevelT w="2857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0CDD629D-4E39-41D1-8195-DAAB0F9FF775}"/>
              </a:ext>
            </a:extLst>
          </p:cNvPr>
          <p:cNvSpPr/>
          <p:nvPr/>
        </p:nvSpPr>
        <p:spPr>
          <a:xfrm rot="3031855" flipV="1">
            <a:off x="6944093" y="3193985"/>
            <a:ext cx="431094" cy="3009527"/>
          </a:xfrm>
          <a:prstGeom prst="roundRect">
            <a:avLst>
              <a:gd name="adj" fmla="val 50000"/>
            </a:avLst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241300" h="3111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2DC1B2E-8868-471A-AA01-AEFC7CFFB48D}"/>
              </a:ext>
            </a:extLst>
          </p:cNvPr>
          <p:cNvSpPr/>
          <p:nvPr/>
        </p:nvSpPr>
        <p:spPr>
          <a:xfrm rot="21010292" flipV="1">
            <a:off x="7899445" y="3526690"/>
            <a:ext cx="644400" cy="560264"/>
          </a:xfrm>
          <a:prstGeom prst="ellipse">
            <a:avLst/>
          </a:prstGeom>
          <a:solidFill>
            <a:srgbClr val="FF0000"/>
          </a:solidFill>
          <a:ln>
            <a:noFill/>
          </a:ln>
          <a:scene3d>
            <a:camera prst="orthographicFront"/>
            <a:lightRig rig="threePt" dir="t"/>
          </a:scene3d>
          <a:sp3d>
            <a:bevelT w="215900" h="2349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47C229C-D005-485C-8257-2495B6AF5209}"/>
              </a:ext>
            </a:extLst>
          </p:cNvPr>
          <p:cNvSpPr/>
          <p:nvPr/>
        </p:nvSpPr>
        <p:spPr>
          <a:xfrm rot="18573985">
            <a:off x="6888197" y="174297"/>
            <a:ext cx="488201" cy="2871788"/>
          </a:xfrm>
          <a:prstGeom prst="roundRect">
            <a:avLst>
              <a:gd name="adj" fmla="val 50000"/>
            </a:avLst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241300" h="3111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8836513-B36E-48C8-B963-E34655C5F9B6}"/>
              </a:ext>
            </a:extLst>
          </p:cNvPr>
          <p:cNvSpPr/>
          <p:nvPr/>
        </p:nvSpPr>
        <p:spPr>
          <a:xfrm rot="595548">
            <a:off x="7989477" y="2269304"/>
            <a:ext cx="644400" cy="634481"/>
          </a:xfrm>
          <a:prstGeom prst="ellipse">
            <a:avLst/>
          </a:prstGeom>
          <a:solidFill>
            <a:srgbClr val="FF0000"/>
          </a:solidFill>
          <a:ln>
            <a:noFill/>
          </a:ln>
          <a:scene3d>
            <a:camera prst="orthographicFront"/>
            <a:lightRig rig="threePt" dir="t"/>
          </a:scene3d>
          <a:sp3d>
            <a:bevelT w="215900" h="2349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E9DD5B3-4DE2-4C9E-B06E-F7FD1D3F8AA2}"/>
              </a:ext>
            </a:extLst>
          </p:cNvPr>
          <p:cNvSpPr/>
          <p:nvPr/>
        </p:nvSpPr>
        <p:spPr>
          <a:xfrm rot="2038485">
            <a:off x="5470879" y="414101"/>
            <a:ext cx="488201" cy="1963774"/>
          </a:xfrm>
          <a:prstGeom prst="roundRect">
            <a:avLst>
              <a:gd name="adj" fmla="val 50000"/>
            </a:avLst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241300" h="3111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A3F93A3-9AA2-47BD-87B6-BFD5F4888B42}"/>
              </a:ext>
            </a:extLst>
          </p:cNvPr>
          <p:cNvSpPr/>
          <p:nvPr/>
        </p:nvSpPr>
        <p:spPr>
          <a:xfrm>
            <a:off x="5891893" y="588079"/>
            <a:ext cx="426876" cy="396546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h="355600"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44C97CD-DD54-4622-A5CC-3BCFB08C85C8}"/>
              </a:ext>
            </a:extLst>
          </p:cNvPr>
          <p:cNvSpPr/>
          <p:nvPr/>
        </p:nvSpPr>
        <p:spPr>
          <a:xfrm>
            <a:off x="6005988" y="648961"/>
            <a:ext cx="217348" cy="216000"/>
          </a:xfrm>
          <a:prstGeom prst="ellipse">
            <a:avLst/>
          </a:prstGeom>
          <a:solidFill>
            <a:srgbClr val="FF0000"/>
          </a:solidFill>
          <a:ln>
            <a:noFill/>
          </a:ln>
          <a:scene3d>
            <a:camera prst="orthographicFront"/>
            <a:lightRig rig="threePt" dir="t"/>
          </a:scene3d>
          <a:sp3d>
            <a:bevelT w="215900" h="2349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5D36BBD7-AA08-4825-85F5-D4B6F6FC37D6}"/>
              </a:ext>
            </a:extLst>
          </p:cNvPr>
          <p:cNvSpPr/>
          <p:nvPr/>
        </p:nvSpPr>
        <p:spPr>
          <a:xfrm rot="19561515" flipV="1">
            <a:off x="5548039" y="4113674"/>
            <a:ext cx="488201" cy="1734065"/>
          </a:xfrm>
          <a:prstGeom prst="roundRect">
            <a:avLst>
              <a:gd name="adj" fmla="val 50000"/>
            </a:avLst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241300" h="3111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4C54BAE9-EDB1-4DB9-8ACF-4749CECB69D2}"/>
              </a:ext>
            </a:extLst>
          </p:cNvPr>
          <p:cNvSpPr/>
          <p:nvPr/>
        </p:nvSpPr>
        <p:spPr>
          <a:xfrm flipV="1">
            <a:off x="5959723" y="5331345"/>
            <a:ext cx="426876" cy="350161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h="355600"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344B3D7D-7C14-4094-93F6-6AA765DD3BB9}"/>
              </a:ext>
            </a:extLst>
          </p:cNvPr>
          <p:cNvSpPr/>
          <p:nvPr/>
        </p:nvSpPr>
        <p:spPr>
          <a:xfrm flipV="1">
            <a:off x="6064487" y="5418351"/>
            <a:ext cx="217348" cy="190734"/>
          </a:xfrm>
          <a:prstGeom prst="ellipse">
            <a:avLst/>
          </a:prstGeom>
          <a:solidFill>
            <a:srgbClr val="FF0000"/>
          </a:solidFill>
          <a:ln>
            <a:noFill/>
          </a:ln>
          <a:scene3d>
            <a:camera prst="orthographicFront"/>
            <a:lightRig rig="threePt" dir="t"/>
          </a:scene3d>
          <a:sp3d>
            <a:bevelT w="215900" h="2349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3" name="Isosceles Triangle 42">
            <a:extLst>
              <a:ext uri="{FF2B5EF4-FFF2-40B4-BE49-F238E27FC236}">
                <a16:creationId xmlns:a16="http://schemas.microsoft.com/office/drawing/2014/main" id="{40D7BE06-E7F3-40E8-BB7F-AB4F40CDF343}"/>
              </a:ext>
            </a:extLst>
          </p:cNvPr>
          <p:cNvSpPr/>
          <p:nvPr/>
        </p:nvSpPr>
        <p:spPr>
          <a:xfrm rot="10800000">
            <a:off x="8645783" y="1788646"/>
            <a:ext cx="626973" cy="3075451"/>
          </a:xfrm>
          <a:prstGeom prst="triangle">
            <a:avLst/>
          </a:prstGeom>
          <a:solidFill>
            <a:srgbClr val="FF0000"/>
          </a:solidFill>
          <a:ln>
            <a:noFill/>
          </a:ln>
          <a:scene3d>
            <a:camera prst="orthographicFront">
              <a:rot lat="4800000" lon="5400000" rev="0"/>
            </a:camera>
            <a:lightRig rig="threePt" dir="t"/>
          </a:scene3d>
          <a:sp3d>
            <a:bevelT w="520700" h="882650"/>
            <a:bevelB w="285750" h="2286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A8DC396-1D5D-468D-A719-F2124F4608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31556" y1="32444" x2="31556" y2="32444"/>
                        <a14:foregroundMark x1="24000" y1="51556" x2="24000" y2="51556"/>
                        <a14:foregroundMark x1="48444" y1="19111" x2="48444" y2="19111"/>
                        <a14:foregroundMark x1="65778" y1="32444" x2="65778" y2="32444"/>
                        <a14:backgroundMark x1="47111" y1="25778" x2="47111" y2="25778"/>
                        <a14:backgroundMark x1="60889" y1="30667" x2="60889" y2="306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886691">
            <a:off x="2264829" y="18620"/>
            <a:ext cx="6386904" cy="6386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97952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9E90CBCE-89A8-4242-A6B3-A4BE848D6FC2}"/>
              </a:ext>
            </a:extLst>
          </p:cNvPr>
          <p:cNvSpPr/>
          <p:nvPr/>
        </p:nvSpPr>
        <p:spPr>
          <a:xfrm>
            <a:off x="4518590" y="944645"/>
            <a:ext cx="4264785" cy="4400724"/>
          </a:xfrm>
          <a:prstGeom prst="ellipse">
            <a:avLst/>
          </a:prstGeom>
          <a:solidFill>
            <a:srgbClr val="FF0000"/>
          </a:solidFill>
          <a:ln>
            <a:noFill/>
          </a:ln>
          <a:scene3d>
            <a:camera prst="orthographicFront"/>
            <a:lightRig rig="threePt" dir="t"/>
          </a:scene3d>
          <a:sp3d>
            <a:bevelT w="381000" h="2794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50B960B-DEF8-46D7-A1E4-9D6BB884F2C4}"/>
              </a:ext>
            </a:extLst>
          </p:cNvPr>
          <p:cNvGrpSpPr/>
          <p:nvPr/>
        </p:nvGrpSpPr>
        <p:grpSpPr>
          <a:xfrm>
            <a:off x="4145941" y="205321"/>
            <a:ext cx="5039464" cy="5795440"/>
            <a:chOff x="4145941" y="298627"/>
            <a:chExt cx="5039464" cy="5795440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7BCEBDDA-F725-4C5F-B1D6-5312EE8CD615}"/>
                </a:ext>
              </a:extLst>
            </p:cNvPr>
            <p:cNvSpPr/>
            <p:nvPr/>
          </p:nvSpPr>
          <p:spPr>
            <a:xfrm rot="16200000">
              <a:off x="5531997" y="2136718"/>
              <a:ext cx="2278788" cy="2183363"/>
            </a:xfrm>
            <a:prstGeom prst="ellipse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 w="527050" h="2159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8A7B74A0-6DD5-4375-823C-216D33C3C8A3}"/>
                </a:ext>
              </a:extLst>
            </p:cNvPr>
            <p:cNvSpPr/>
            <p:nvPr/>
          </p:nvSpPr>
          <p:spPr>
            <a:xfrm rot="16200000">
              <a:off x="5724334" y="2631232"/>
              <a:ext cx="830426" cy="765110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  <a:scene3d>
              <a:camera prst="orthographicFront">
                <a:rot lat="21594000" lon="0" rev="0"/>
              </a:camera>
              <a:lightRig rig="threePt" dir="t"/>
            </a:scene3d>
            <a:sp3d>
              <a:bevelT w="82550" h="5588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BA84EF9D-0DB9-4AFA-8A38-7B96C8C5DF06}"/>
                </a:ext>
              </a:extLst>
            </p:cNvPr>
            <p:cNvSpPr/>
            <p:nvPr/>
          </p:nvSpPr>
          <p:spPr>
            <a:xfrm rot="16200000">
              <a:off x="5882954" y="2822516"/>
              <a:ext cx="503853" cy="40121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 w="215900" h="2349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5917EF0C-4D7B-4587-ACDF-260E73970647}"/>
                </a:ext>
              </a:extLst>
            </p:cNvPr>
            <p:cNvSpPr/>
            <p:nvPr/>
          </p:nvSpPr>
          <p:spPr>
            <a:xfrm rot="16200000">
              <a:off x="6736706" y="2635906"/>
              <a:ext cx="830425" cy="765110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  <a:scene3d>
              <a:camera prst="orthographicFront">
                <a:rot lat="21594000" lon="0" rev="0"/>
              </a:camera>
              <a:lightRig rig="threePt" dir="t"/>
            </a:scene3d>
            <a:sp3d>
              <a:bevelT w="82550" h="5588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9D53DFF0-C4E9-4D76-99B9-59050B282628}"/>
                </a:ext>
              </a:extLst>
            </p:cNvPr>
            <p:cNvSpPr/>
            <p:nvPr/>
          </p:nvSpPr>
          <p:spPr>
            <a:xfrm rot="16200000">
              <a:off x="6899993" y="2822516"/>
              <a:ext cx="503852" cy="40121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scene3d>
              <a:camera prst="orthographicFront">
                <a:rot lat="0" lon="0" rev="0"/>
              </a:camera>
              <a:lightRig rig="threePt" dir="t"/>
            </a:scene3d>
            <a:sp3d>
              <a:bevelT w="215900" h="2349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43" name="Isosceles Triangle 42">
              <a:extLst>
                <a:ext uri="{FF2B5EF4-FFF2-40B4-BE49-F238E27FC236}">
                  <a16:creationId xmlns:a16="http://schemas.microsoft.com/office/drawing/2014/main" id="{40D7BE06-E7F3-40E8-BB7F-AB4F40CDF343}"/>
                </a:ext>
              </a:extLst>
            </p:cNvPr>
            <p:cNvSpPr/>
            <p:nvPr/>
          </p:nvSpPr>
          <p:spPr>
            <a:xfrm rot="10800000">
              <a:off x="8558432" y="1654910"/>
              <a:ext cx="626973" cy="3075451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  <a:scene3d>
              <a:camera prst="orthographicFront">
                <a:rot lat="4800000" lon="5400000" rev="0"/>
              </a:camera>
              <a:lightRig rig="threePt" dir="t"/>
            </a:scene3d>
            <a:sp3d>
              <a:bevelT w="520700" h="882650"/>
              <a:bevelB w="285750" h="2286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26" name="Isosceles Triangle 25">
              <a:extLst>
                <a:ext uri="{FF2B5EF4-FFF2-40B4-BE49-F238E27FC236}">
                  <a16:creationId xmlns:a16="http://schemas.microsoft.com/office/drawing/2014/main" id="{99BDE4D4-1014-457C-B1C0-EDAE1A15855B}"/>
                </a:ext>
              </a:extLst>
            </p:cNvPr>
            <p:cNvSpPr/>
            <p:nvPr/>
          </p:nvSpPr>
          <p:spPr>
            <a:xfrm rot="12741007">
              <a:off x="8202896" y="2926486"/>
              <a:ext cx="626973" cy="3075451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  <a:scene3d>
              <a:camera prst="orthographicFront">
                <a:rot lat="4800000" lon="5400000" rev="0"/>
              </a:camera>
              <a:lightRig rig="threePt" dir="t"/>
            </a:scene3d>
            <a:sp3d>
              <a:bevelT w="520700" h="882650"/>
              <a:bevelB w="285750" h="2286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27" name="Isosceles Triangle 26">
              <a:extLst>
                <a:ext uri="{FF2B5EF4-FFF2-40B4-BE49-F238E27FC236}">
                  <a16:creationId xmlns:a16="http://schemas.microsoft.com/office/drawing/2014/main" id="{7329E206-D92D-48FA-BB34-7EAEB495973D}"/>
                </a:ext>
              </a:extLst>
            </p:cNvPr>
            <p:cNvSpPr/>
            <p:nvPr/>
          </p:nvSpPr>
          <p:spPr>
            <a:xfrm rot="14999867">
              <a:off x="7112043" y="3781431"/>
              <a:ext cx="626973" cy="3075451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  <a:scene3d>
              <a:camera prst="orthographicFront">
                <a:rot lat="4800000" lon="5400000" rev="0"/>
              </a:camera>
              <a:lightRig rig="threePt" dir="t"/>
            </a:scene3d>
            <a:sp3d>
              <a:bevelT w="520700" h="882650"/>
              <a:bevelB w="285750" h="2286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28" name="Isosceles Triangle 27">
              <a:extLst>
                <a:ext uri="{FF2B5EF4-FFF2-40B4-BE49-F238E27FC236}">
                  <a16:creationId xmlns:a16="http://schemas.microsoft.com/office/drawing/2014/main" id="{FE2FD3AD-7727-497C-B5CE-5C1D47BE7D72}"/>
                </a:ext>
              </a:extLst>
            </p:cNvPr>
            <p:cNvSpPr/>
            <p:nvPr/>
          </p:nvSpPr>
          <p:spPr>
            <a:xfrm rot="17029923">
              <a:off x="5773184" y="3848107"/>
              <a:ext cx="626973" cy="3075451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  <a:scene3d>
              <a:camera prst="orthographicFront">
                <a:rot lat="4800000" lon="5400000" rev="0"/>
              </a:camera>
              <a:lightRig rig="threePt" dir="t"/>
            </a:scene3d>
            <a:sp3d>
              <a:bevelT w="520700" h="882650"/>
              <a:bevelB w="285750" h="2286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29" name="Isosceles Triangle 28">
              <a:extLst>
                <a:ext uri="{FF2B5EF4-FFF2-40B4-BE49-F238E27FC236}">
                  <a16:creationId xmlns:a16="http://schemas.microsoft.com/office/drawing/2014/main" id="{F03E8C4C-3918-4F5F-B4E9-107D9F3F9F4B}"/>
                </a:ext>
              </a:extLst>
            </p:cNvPr>
            <p:cNvSpPr/>
            <p:nvPr/>
          </p:nvSpPr>
          <p:spPr>
            <a:xfrm rot="19561074">
              <a:off x="4592035" y="3018616"/>
              <a:ext cx="626973" cy="3075451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  <a:scene3d>
              <a:camera prst="orthographicFront">
                <a:rot lat="4800000" lon="5400000" rev="0"/>
              </a:camera>
              <a:lightRig rig="threePt" dir="t"/>
            </a:scene3d>
            <a:sp3d>
              <a:bevelT w="520700" h="882650"/>
              <a:bevelB w="285750" h="2286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30" name="Isosceles Triangle 29">
              <a:extLst>
                <a:ext uri="{FF2B5EF4-FFF2-40B4-BE49-F238E27FC236}">
                  <a16:creationId xmlns:a16="http://schemas.microsoft.com/office/drawing/2014/main" id="{9D4E7A13-2383-437D-8B02-969D323C5634}"/>
                </a:ext>
              </a:extLst>
            </p:cNvPr>
            <p:cNvSpPr/>
            <p:nvPr/>
          </p:nvSpPr>
          <p:spPr>
            <a:xfrm rot="21273425">
              <a:off x="4145941" y="1806967"/>
              <a:ext cx="626973" cy="3075451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  <a:scene3d>
              <a:camera prst="orthographicFront">
                <a:rot lat="4800000" lon="5400000" rev="0"/>
              </a:camera>
              <a:lightRig rig="threePt" dir="t"/>
            </a:scene3d>
            <a:sp3d>
              <a:bevelT w="520700" h="882650"/>
              <a:bevelB w="285750" h="2286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31" name="Isosceles Triangle 30">
              <a:extLst>
                <a:ext uri="{FF2B5EF4-FFF2-40B4-BE49-F238E27FC236}">
                  <a16:creationId xmlns:a16="http://schemas.microsoft.com/office/drawing/2014/main" id="{1E4B415F-DDD2-4949-9A36-FD4D07F5DE94}"/>
                </a:ext>
              </a:extLst>
            </p:cNvPr>
            <p:cNvSpPr/>
            <p:nvPr/>
          </p:nvSpPr>
          <p:spPr>
            <a:xfrm rot="1008025">
              <a:off x="4374641" y="624746"/>
              <a:ext cx="626973" cy="3075451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  <a:scene3d>
              <a:camera prst="orthographicFront">
                <a:rot lat="4800000" lon="5400000" rev="0"/>
              </a:camera>
              <a:lightRig rig="threePt" dir="t"/>
            </a:scene3d>
            <a:sp3d>
              <a:bevelT w="520700" h="882650"/>
              <a:bevelB w="285750" h="2286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1F33ED6C-D328-4D2B-9525-E508E9EEAC08}"/>
                </a:ext>
              </a:extLst>
            </p:cNvPr>
            <p:cNvSpPr/>
            <p:nvPr/>
          </p:nvSpPr>
          <p:spPr>
            <a:xfrm rot="3948039">
              <a:off x="5535017" y="-397152"/>
              <a:ext cx="626973" cy="3075451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  <a:scene3d>
              <a:camera prst="orthographicFront">
                <a:rot lat="4800000" lon="5400000" rev="0"/>
              </a:camera>
              <a:lightRig rig="threePt" dir="t"/>
            </a:scene3d>
            <a:sp3d>
              <a:bevelT w="520700" h="882650"/>
              <a:bevelB w="285750" h="2286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9CD813E7-2428-4F7B-8128-D1CC3E9EDED4}"/>
                </a:ext>
              </a:extLst>
            </p:cNvPr>
            <p:cNvSpPr/>
            <p:nvPr/>
          </p:nvSpPr>
          <p:spPr>
            <a:xfrm rot="5906979">
              <a:off x="6868792" y="-505166"/>
              <a:ext cx="626973" cy="3075451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  <a:scene3d>
              <a:camera prst="orthographicFront">
                <a:rot lat="4800000" lon="5400000" rev="0"/>
              </a:camera>
              <a:lightRig rig="threePt" dir="t"/>
            </a:scene3d>
            <a:sp3d>
              <a:bevelT w="520700" h="882650"/>
              <a:bevelB w="285750" h="2286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34" name="Isosceles Triangle 33">
              <a:extLst>
                <a:ext uri="{FF2B5EF4-FFF2-40B4-BE49-F238E27FC236}">
                  <a16:creationId xmlns:a16="http://schemas.microsoft.com/office/drawing/2014/main" id="{4C13806D-5771-4586-A372-D34DBBD66927}"/>
                </a:ext>
              </a:extLst>
            </p:cNvPr>
            <p:cNvSpPr/>
            <p:nvPr/>
          </p:nvSpPr>
          <p:spPr>
            <a:xfrm rot="8457397">
              <a:off x="8095739" y="298627"/>
              <a:ext cx="626973" cy="3075451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  <a:scene3d>
              <a:camera prst="orthographicFront">
                <a:rot lat="4800000" lon="5400000" rev="0"/>
              </a:camera>
              <a:lightRig rig="threePt" dir="t"/>
            </a:scene3d>
            <a:sp3d>
              <a:bevelT w="520700" h="882650"/>
              <a:bevelB w="285750" h="2286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</p:spTree>
    <p:extLst>
      <p:ext uri="{BB962C8B-B14F-4D97-AF65-F5344CB8AC3E}">
        <p14:creationId xmlns:p14="http://schemas.microsoft.com/office/powerpoint/2010/main" val="36381818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val 18">
            <a:extLst>
              <a:ext uri="{FF2B5EF4-FFF2-40B4-BE49-F238E27FC236}">
                <a16:creationId xmlns:a16="http://schemas.microsoft.com/office/drawing/2014/main" id="{9872F693-CB93-4F57-A0C9-1D87E60F1743}"/>
              </a:ext>
            </a:extLst>
          </p:cNvPr>
          <p:cNvSpPr/>
          <p:nvPr/>
        </p:nvSpPr>
        <p:spPr>
          <a:xfrm>
            <a:off x="4518590" y="944645"/>
            <a:ext cx="4264785" cy="4400724"/>
          </a:xfrm>
          <a:prstGeom prst="ellipse">
            <a:avLst/>
          </a:prstGeom>
          <a:solidFill>
            <a:srgbClr val="FF0000"/>
          </a:solidFill>
          <a:ln>
            <a:noFill/>
          </a:ln>
          <a:scene3d>
            <a:camera prst="orthographicFront"/>
            <a:lightRig rig="threePt" dir="t"/>
          </a:scene3d>
          <a:sp3d>
            <a:bevelT w="381000" h="2794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50B960B-DEF8-46D7-A1E4-9D6BB884F2C4}"/>
              </a:ext>
            </a:extLst>
          </p:cNvPr>
          <p:cNvGrpSpPr/>
          <p:nvPr/>
        </p:nvGrpSpPr>
        <p:grpSpPr>
          <a:xfrm>
            <a:off x="4145941" y="205321"/>
            <a:ext cx="5039464" cy="5795440"/>
            <a:chOff x="4145941" y="298627"/>
            <a:chExt cx="5039464" cy="5795440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7BCEBDDA-F725-4C5F-B1D6-5312EE8CD615}"/>
                </a:ext>
              </a:extLst>
            </p:cNvPr>
            <p:cNvSpPr/>
            <p:nvPr/>
          </p:nvSpPr>
          <p:spPr>
            <a:xfrm rot="16200000">
              <a:off x="5531997" y="2136718"/>
              <a:ext cx="2278788" cy="2183363"/>
            </a:xfrm>
            <a:prstGeom prst="ellipse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 w="527050" h="2159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8A7B74A0-6DD5-4375-823C-216D33C3C8A3}"/>
                </a:ext>
              </a:extLst>
            </p:cNvPr>
            <p:cNvSpPr/>
            <p:nvPr/>
          </p:nvSpPr>
          <p:spPr>
            <a:xfrm rot="16200000">
              <a:off x="5724334" y="2631232"/>
              <a:ext cx="830426" cy="765110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  <a:scene3d>
              <a:camera prst="orthographicFront">
                <a:rot lat="21594000" lon="0" rev="0"/>
              </a:camera>
              <a:lightRig rig="threePt" dir="t"/>
            </a:scene3d>
            <a:sp3d>
              <a:bevelT w="82550" h="5588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BA84EF9D-0DB9-4AFA-8A38-7B96C8C5DF06}"/>
                </a:ext>
              </a:extLst>
            </p:cNvPr>
            <p:cNvSpPr/>
            <p:nvPr/>
          </p:nvSpPr>
          <p:spPr>
            <a:xfrm rot="16200000">
              <a:off x="5882954" y="2822516"/>
              <a:ext cx="503853" cy="40121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 w="215900" h="2349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5917EF0C-4D7B-4587-ACDF-260E73970647}"/>
                </a:ext>
              </a:extLst>
            </p:cNvPr>
            <p:cNvSpPr/>
            <p:nvPr/>
          </p:nvSpPr>
          <p:spPr>
            <a:xfrm rot="16200000">
              <a:off x="6736706" y="2635906"/>
              <a:ext cx="830425" cy="765110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  <a:scene3d>
              <a:camera prst="orthographicFront">
                <a:rot lat="21594000" lon="0" rev="0"/>
              </a:camera>
              <a:lightRig rig="threePt" dir="t"/>
            </a:scene3d>
            <a:sp3d>
              <a:bevelT w="82550" h="5588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9D53DFF0-C4E9-4D76-99B9-59050B282628}"/>
                </a:ext>
              </a:extLst>
            </p:cNvPr>
            <p:cNvSpPr/>
            <p:nvPr/>
          </p:nvSpPr>
          <p:spPr>
            <a:xfrm rot="16200000">
              <a:off x="6899993" y="2822516"/>
              <a:ext cx="503852" cy="40121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scene3d>
              <a:camera prst="orthographicFront">
                <a:rot lat="0" lon="0" rev="0"/>
              </a:camera>
              <a:lightRig rig="threePt" dir="t"/>
            </a:scene3d>
            <a:sp3d>
              <a:bevelT w="215900" h="2349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43" name="Isosceles Triangle 42">
              <a:extLst>
                <a:ext uri="{FF2B5EF4-FFF2-40B4-BE49-F238E27FC236}">
                  <a16:creationId xmlns:a16="http://schemas.microsoft.com/office/drawing/2014/main" id="{40D7BE06-E7F3-40E8-BB7F-AB4F40CDF343}"/>
                </a:ext>
              </a:extLst>
            </p:cNvPr>
            <p:cNvSpPr/>
            <p:nvPr/>
          </p:nvSpPr>
          <p:spPr>
            <a:xfrm rot="10800000">
              <a:off x="8558432" y="1654910"/>
              <a:ext cx="626973" cy="3075451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  <a:scene3d>
              <a:camera prst="orthographicFront">
                <a:rot lat="4800000" lon="5400000" rev="0"/>
              </a:camera>
              <a:lightRig rig="threePt" dir="t"/>
            </a:scene3d>
            <a:sp3d>
              <a:bevelT w="520700" h="882650"/>
              <a:bevelB w="285750" h="2286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26" name="Isosceles Triangle 25">
              <a:extLst>
                <a:ext uri="{FF2B5EF4-FFF2-40B4-BE49-F238E27FC236}">
                  <a16:creationId xmlns:a16="http://schemas.microsoft.com/office/drawing/2014/main" id="{99BDE4D4-1014-457C-B1C0-EDAE1A15855B}"/>
                </a:ext>
              </a:extLst>
            </p:cNvPr>
            <p:cNvSpPr/>
            <p:nvPr/>
          </p:nvSpPr>
          <p:spPr>
            <a:xfrm rot="12741007">
              <a:off x="8202896" y="2926486"/>
              <a:ext cx="626973" cy="3075451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  <a:scene3d>
              <a:camera prst="orthographicFront">
                <a:rot lat="4800000" lon="5400000" rev="0"/>
              </a:camera>
              <a:lightRig rig="threePt" dir="t"/>
            </a:scene3d>
            <a:sp3d>
              <a:bevelT w="520700" h="882650"/>
              <a:bevelB w="285750" h="2286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27" name="Isosceles Triangle 26">
              <a:extLst>
                <a:ext uri="{FF2B5EF4-FFF2-40B4-BE49-F238E27FC236}">
                  <a16:creationId xmlns:a16="http://schemas.microsoft.com/office/drawing/2014/main" id="{7329E206-D92D-48FA-BB34-7EAEB495973D}"/>
                </a:ext>
              </a:extLst>
            </p:cNvPr>
            <p:cNvSpPr/>
            <p:nvPr/>
          </p:nvSpPr>
          <p:spPr>
            <a:xfrm rot="14999867">
              <a:off x="7112043" y="3781431"/>
              <a:ext cx="626973" cy="3075451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  <a:scene3d>
              <a:camera prst="orthographicFront">
                <a:rot lat="4800000" lon="5400000" rev="0"/>
              </a:camera>
              <a:lightRig rig="threePt" dir="t"/>
            </a:scene3d>
            <a:sp3d>
              <a:bevelT w="520700" h="882650"/>
              <a:bevelB w="285750" h="2286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28" name="Isosceles Triangle 27">
              <a:extLst>
                <a:ext uri="{FF2B5EF4-FFF2-40B4-BE49-F238E27FC236}">
                  <a16:creationId xmlns:a16="http://schemas.microsoft.com/office/drawing/2014/main" id="{FE2FD3AD-7727-497C-B5CE-5C1D47BE7D72}"/>
                </a:ext>
              </a:extLst>
            </p:cNvPr>
            <p:cNvSpPr/>
            <p:nvPr/>
          </p:nvSpPr>
          <p:spPr>
            <a:xfrm rot="17029923">
              <a:off x="5773184" y="3848107"/>
              <a:ext cx="626973" cy="3075451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  <a:scene3d>
              <a:camera prst="orthographicFront">
                <a:rot lat="4800000" lon="5400000" rev="0"/>
              </a:camera>
              <a:lightRig rig="threePt" dir="t"/>
            </a:scene3d>
            <a:sp3d>
              <a:bevelT w="520700" h="882650"/>
              <a:bevelB w="285750" h="2286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29" name="Isosceles Triangle 28">
              <a:extLst>
                <a:ext uri="{FF2B5EF4-FFF2-40B4-BE49-F238E27FC236}">
                  <a16:creationId xmlns:a16="http://schemas.microsoft.com/office/drawing/2014/main" id="{F03E8C4C-3918-4F5F-B4E9-107D9F3F9F4B}"/>
                </a:ext>
              </a:extLst>
            </p:cNvPr>
            <p:cNvSpPr/>
            <p:nvPr/>
          </p:nvSpPr>
          <p:spPr>
            <a:xfrm rot="19561074">
              <a:off x="4592035" y="3018616"/>
              <a:ext cx="626973" cy="3075451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  <a:scene3d>
              <a:camera prst="orthographicFront">
                <a:rot lat="4800000" lon="5400000" rev="0"/>
              </a:camera>
              <a:lightRig rig="threePt" dir="t"/>
            </a:scene3d>
            <a:sp3d>
              <a:bevelT w="520700" h="882650"/>
              <a:bevelB w="285750" h="2286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30" name="Isosceles Triangle 29">
              <a:extLst>
                <a:ext uri="{FF2B5EF4-FFF2-40B4-BE49-F238E27FC236}">
                  <a16:creationId xmlns:a16="http://schemas.microsoft.com/office/drawing/2014/main" id="{9D4E7A13-2383-437D-8B02-969D323C5634}"/>
                </a:ext>
              </a:extLst>
            </p:cNvPr>
            <p:cNvSpPr/>
            <p:nvPr/>
          </p:nvSpPr>
          <p:spPr>
            <a:xfrm rot="21273425">
              <a:off x="4145941" y="1806967"/>
              <a:ext cx="626973" cy="3075451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  <a:scene3d>
              <a:camera prst="orthographicFront">
                <a:rot lat="4800000" lon="5400000" rev="0"/>
              </a:camera>
              <a:lightRig rig="threePt" dir="t"/>
            </a:scene3d>
            <a:sp3d>
              <a:bevelT w="520700" h="882650"/>
              <a:bevelB w="285750" h="2286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31" name="Isosceles Triangle 30">
              <a:extLst>
                <a:ext uri="{FF2B5EF4-FFF2-40B4-BE49-F238E27FC236}">
                  <a16:creationId xmlns:a16="http://schemas.microsoft.com/office/drawing/2014/main" id="{1E4B415F-DDD2-4949-9A36-FD4D07F5DE94}"/>
                </a:ext>
              </a:extLst>
            </p:cNvPr>
            <p:cNvSpPr/>
            <p:nvPr/>
          </p:nvSpPr>
          <p:spPr>
            <a:xfrm rot="1008025">
              <a:off x="4374641" y="624746"/>
              <a:ext cx="626973" cy="3075451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  <a:scene3d>
              <a:camera prst="orthographicFront">
                <a:rot lat="4800000" lon="5400000" rev="0"/>
              </a:camera>
              <a:lightRig rig="threePt" dir="t"/>
            </a:scene3d>
            <a:sp3d>
              <a:bevelT w="520700" h="882650"/>
              <a:bevelB w="285750" h="2286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1F33ED6C-D328-4D2B-9525-E508E9EEAC08}"/>
                </a:ext>
              </a:extLst>
            </p:cNvPr>
            <p:cNvSpPr/>
            <p:nvPr/>
          </p:nvSpPr>
          <p:spPr>
            <a:xfrm rot="3948039">
              <a:off x="5535017" y="-397152"/>
              <a:ext cx="626973" cy="3075451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  <a:scene3d>
              <a:camera prst="orthographicFront">
                <a:rot lat="4800000" lon="5400000" rev="0"/>
              </a:camera>
              <a:lightRig rig="threePt" dir="t"/>
            </a:scene3d>
            <a:sp3d>
              <a:bevelT w="520700" h="882650"/>
              <a:bevelB w="285750" h="2286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9CD813E7-2428-4F7B-8128-D1CC3E9EDED4}"/>
                </a:ext>
              </a:extLst>
            </p:cNvPr>
            <p:cNvSpPr/>
            <p:nvPr/>
          </p:nvSpPr>
          <p:spPr>
            <a:xfrm rot="5906979">
              <a:off x="6868792" y="-505166"/>
              <a:ext cx="626973" cy="3075451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  <a:scene3d>
              <a:camera prst="orthographicFront">
                <a:rot lat="4800000" lon="5400000" rev="0"/>
              </a:camera>
              <a:lightRig rig="threePt" dir="t"/>
            </a:scene3d>
            <a:sp3d>
              <a:bevelT w="520700" h="882650"/>
              <a:bevelB w="285750" h="2286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34" name="Isosceles Triangle 33">
              <a:extLst>
                <a:ext uri="{FF2B5EF4-FFF2-40B4-BE49-F238E27FC236}">
                  <a16:creationId xmlns:a16="http://schemas.microsoft.com/office/drawing/2014/main" id="{4C13806D-5771-4586-A372-D34DBBD66927}"/>
                </a:ext>
              </a:extLst>
            </p:cNvPr>
            <p:cNvSpPr/>
            <p:nvPr/>
          </p:nvSpPr>
          <p:spPr>
            <a:xfrm rot="8457397">
              <a:off x="8095739" y="298627"/>
              <a:ext cx="626973" cy="3075451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  <a:scene3d>
              <a:camera prst="orthographicFront">
                <a:rot lat="4800000" lon="5400000" rev="0"/>
              </a:camera>
              <a:lightRig rig="threePt" dir="t"/>
            </a:scene3d>
            <a:sp3d>
              <a:bevelT w="520700" h="882650"/>
              <a:bevelB w="285750" h="2286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pic>
        <p:nvPicPr>
          <p:cNvPr id="18" name="Picture 17">
            <a:extLst>
              <a:ext uri="{FF2B5EF4-FFF2-40B4-BE49-F238E27FC236}">
                <a16:creationId xmlns:a16="http://schemas.microsoft.com/office/drawing/2014/main" id="{72998C9D-5CB0-411F-8B72-13B4AB5B6F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31556" y1="32444" x2="31556" y2="32444"/>
                        <a14:foregroundMark x1="24000" y1="51556" x2="24000" y2="51556"/>
                        <a14:foregroundMark x1="48444" y1="19111" x2="48444" y2="19111"/>
                        <a14:foregroundMark x1="65778" y1="32444" x2="65778" y2="32444"/>
                        <a14:backgroundMark x1="47111" y1="25778" x2="47111" y2="25778"/>
                        <a14:backgroundMark x1="60889" y1="30667" x2="60889" y2="306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886691">
            <a:off x="3093587" y="452033"/>
            <a:ext cx="6386904" cy="5830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18577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BE022AA5-7CC4-4D0B-8380-58A658B641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485" y="324016"/>
            <a:ext cx="8145998" cy="5466881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E0AB2A20-E080-4C5E-95EB-EF6CE09F3F8B}"/>
              </a:ext>
            </a:extLst>
          </p:cNvPr>
          <p:cNvSpPr/>
          <p:nvPr/>
        </p:nvSpPr>
        <p:spPr>
          <a:xfrm>
            <a:off x="5531994" y="2136718"/>
            <a:ext cx="2278788" cy="2183363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527050" h="215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B9D7419-10E1-4199-8087-873CE95ADB31}"/>
              </a:ext>
            </a:extLst>
          </p:cNvPr>
          <p:cNvSpPr/>
          <p:nvPr/>
        </p:nvSpPr>
        <p:spPr>
          <a:xfrm>
            <a:off x="6371749" y="2314000"/>
            <a:ext cx="1019156" cy="765110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scene3d>
            <a:camera prst="orthographicFront">
              <a:rot lat="21594000" lon="0" rev="0"/>
            </a:camera>
            <a:lightRig rig="threePt" dir="t"/>
          </a:scene3d>
          <a:sp3d>
            <a:bevelT w="82550" h="558800"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0140762-5D2A-435C-AC4E-73320DBD72B0}"/>
              </a:ext>
            </a:extLst>
          </p:cNvPr>
          <p:cNvSpPr/>
          <p:nvPr/>
        </p:nvSpPr>
        <p:spPr>
          <a:xfrm>
            <a:off x="6624736" y="2491280"/>
            <a:ext cx="503852" cy="401218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215900" h="2349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3DFCDEF-4055-4257-9BA0-6235F39BC76A}"/>
              </a:ext>
            </a:extLst>
          </p:cNvPr>
          <p:cNvSpPr/>
          <p:nvPr/>
        </p:nvSpPr>
        <p:spPr>
          <a:xfrm>
            <a:off x="6466114" y="3326372"/>
            <a:ext cx="830425" cy="765110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scene3d>
            <a:camera prst="orthographicFront">
              <a:rot lat="21594000" lon="0" rev="0"/>
            </a:camera>
            <a:lightRig rig="threePt" dir="t"/>
          </a:scene3d>
          <a:sp3d>
            <a:bevelT w="82550" h="558800"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C9E9424-EEDE-43CE-9C51-5EC4A8435C94}"/>
              </a:ext>
            </a:extLst>
          </p:cNvPr>
          <p:cNvSpPr/>
          <p:nvPr/>
        </p:nvSpPr>
        <p:spPr>
          <a:xfrm>
            <a:off x="6624736" y="3508318"/>
            <a:ext cx="503852" cy="401218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noFill/>
          </a:ln>
          <a:scene3d>
            <a:camera prst="orthographicFront">
              <a:rot lat="0" lon="0" rev="0"/>
            </a:camera>
            <a:lightRig rig="threePt" dir="t"/>
          </a:scene3d>
          <a:sp3d>
            <a:bevelT w="215900" h="2349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570982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BE022AA5-7CC4-4D0B-8380-58A658B641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485" y="324016"/>
            <a:ext cx="8145998" cy="5466881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E0AB2A20-E080-4C5E-95EB-EF6CE09F3F8B}"/>
              </a:ext>
            </a:extLst>
          </p:cNvPr>
          <p:cNvSpPr/>
          <p:nvPr/>
        </p:nvSpPr>
        <p:spPr>
          <a:xfrm>
            <a:off x="5531994" y="2136718"/>
            <a:ext cx="2278788" cy="2183363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527050" h="215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B9D7419-10E1-4199-8087-873CE95ADB31}"/>
              </a:ext>
            </a:extLst>
          </p:cNvPr>
          <p:cNvSpPr/>
          <p:nvPr/>
        </p:nvSpPr>
        <p:spPr>
          <a:xfrm>
            <a:off x="6371749" y="2314000"/>
            <a:ext cx="1019156" cy="765110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scene3d>
            <a:camera prst="orthographicFront">
              <a:rot lat="21594000" lon="0" rev="0"/>
            </a:camera>
            <a:lightRig rig="threePt" dir="t"/>
          </a:scene3d>
          <a:sp3d>
            <a:bevelT w="82550" h="558800"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0140762-5D2A-435C-AC4E-73320DBD72B0}"/>
              </a:ext>
            </a:extLst>
          </p:cNvPr>
          <p:cNvSpPr/>
          <p:nvPr/>
        </p:nvSpPr>
        <p:spPr>
          <a:xfrm>
            <a:off x="6624736" y="2491280"/>
            <a:ext cx="503852" cy="401218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215900" h="2349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3DFCDEF-4055-4257-9BA0-6235F39BC76A}"/>
              </a:ext>
            </a:extLst>
          </p:cNvPr>
          <p:cNvSpPr/>
          <p:nvPr/>
        </p:nvSpPr>
        <p:spPr>
          <a:xfrm>
            <a:off x="6466114" y="3326372"/>
            <a:ext cx="830425" cy="765110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scene3d>
            <a:camera prst="orthographicFront">
              <a:rot lat="21594000" lon="0" rev="0"/>
            </a:camera>
            <a:lightRig rig="threePt" dir="t"/>
          </a:scene3d>
          <a:sp3d>
            <a:bevelT w="82550" h="558800"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C9E9424-EEDE-43CE-9C51-5EC4A8435C94}"/>
              </a:ext>
            </a:extLst>
          </p:cNvPr>
          <p:cNvSpPr/>
          <p:nvPr/>
        </p:nvSpPr>
        <p:spPr>
          <a:xfrm>
            <a:off x="6624736" y="3508318"/>
            <a:ext cx="503852" cy="401218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noFill/>
          </a:ln>
          <a:scene3d>
            <a:camera prst="orthographicFront">
              <a:rot lat="0" lon="0" rev="0"/>
            </a:camera>
            <a:lightRig rig="threePt" dir="t"/>
          </a:scene3d>
          <a:sp3d>
            <a:bevelT w="215900" h="2349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876CB3D-023F-4FD2-96B3-573B18E621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31556" y1="32444" x2="31556" y2="32444"/>
                        <a14:foregroundMark x1="24000" y1="51556" x2="24000" y2="51556"/>
                        <a14:foregroundMark x1="48444" y1="19111" x2="48444" y2="19111"/>
                        <a14:foregroundMark x1="65778" y1="32444" x2="65778" y2="32444"/>
                        <a14:backgroundMark x1="47111" y1="25778" x2="47111" y2="25778"/>
                        <a14:backgroundMark x1="60889" y1="30667" x2="60889" y2="306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886691">
            <a:off x="2264829" y="18620"/>
            <a:ext cx="6386904" cy="6386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2571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398351B2-128D-49F1-BB31-60B0AE9B2A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485" y="324016"/>
            <a:ext cx="8145998" cy="5466881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2769840D-0865-4764-8E99-9459181AD21F}"/>
              </a:ext>
            </a:extLst>
          </p:cNvPr>
          <p:cNvSpPr/>
          <p:nvPr/>
        </p:nvSpPr>
        <p:spPr>
          <a:xfrm>
            <a:off x="5531994" y="2136718"/>
            <a:ext cx="2278788" cy="2183363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527050" h="215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8926FD8-FC4E-4E09-A245-E32363BDC238}"/>
              </a:ext>
            </a:extLst>
          </p:cNvPr>
          <p:cNvSpPr/>
          <p:nvPr/>
        </p:nvSpPr>
        <p:spPr>
          <a:xfrm>
            <a:off x="6371749" y="2314000"/>
            <a:ext cx="1019156" cy="765110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scene3d>
            <a:camera prst="orthographicFront">
              <a:rot lat="21594000" lon="0" rev="0"/>
            </a:camera>
            <a:lightRig rig="threePt" dir="t"/>
          </a:scene3d>
          <a:sp3d>
            <a:bevelT w="82550" h="558800"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3310767-6995-4DAC-8144-A10E05B36D6F}"/>
              </a:ext>
            </a:extLst>
          </p:cNvPr>
          <p:cNvSpPr/>
          <p:nvPr/>
        </p:nvSpPr>
        <p:spPr>
          <a:xfrm>
            <a:off x="6624736" y="2491280"/>
            <a:ext cx="503852" cy="401218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215900" h="2349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3B46FA7-D04A-4CBF-B4F3-6E8704AB5E72}"/>
              </a:ext>
            </a:extLst>
          </p:cNvPr>
          <p:cNvSpPr/>
          <p:nvPr/>
        </p:nvSpPr>
        <p:spPr>
          <a:xfrm>
            <a:off x="6466114" y="3326372"/>
            <a:ext cx="830425" cy="765110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scene3d>
            <a:camera prst="orthographicFront">
              <a:rot lat="21594000" lon="0" rev="0"/>
            </a:camera>
            <a:lightRig rig="threePt" dir="t"/>
          </a:scene3d>
          <a:sp3d>
            <a:bevelT w="82550" h="558800"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FED4E69-28C0-4FB4-B6B7-F8DC2662CE29}"/>
              </a:ext>
            </a:extLst>
          </p:cNvPr>
          <p:cNvSpPr/>
          <p:nvPr/>
        </p:nvSpPr>
        <p:spPr>
          <a:xfrm>
            <a:off x="6624736" y="3508318"/>
            <a:ext cx="503852" cy="401218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noFill/>
          </a:ln>
          <a:scene3d>
            <a:camera prst="orthographicFront">
              <a:rot lat="0" lon="0" rev="0"/>
            </a:camera>
            <a:lightRig rig="threePt" dir="t"/>
          </a:scene3d>
          <a:sp3d>
            <a:bevelT w="215900" h="2349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67AD1D4-7E05-4288-93B3-D3D118BE590B}"/>
              </a:ext>
            </a:extLst>
          </p:cNvPr>
          <p:cNvSpPr/>
          <p:nvPr/>
        </p:nvSpPr>
        <p:spPr>
          <a:xfrm>
            <a:off x="3396343" y="1632866"/>
            <a:ext cx="2346649" cy="3158412"/>
          </a:xfrm>
          <a:prstGeom prst="roundRect">
            <a:avLst>
              <a:gd name="adj" fmla="val 34249"/>
            </a:avLst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330200" h="1460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F9F80F8-CB3F-4253-93CB-EA27244CFF70}"/>
              </a:ext>
            </a:extLst>
          </p:cNvPr>
          <p:cNvSpPr/>
          <p:nvPr/>
        </p:nvSpPr>
        <p:spPr>
          <a:xfrm>
            <a:off x="3883867" y="2258017"/>
            <a:ext cx="1371600" cy="2006081"/>
          </a:xfrm>
          <a:prstGeom prst="roundRect">
            <a:avLst>
              <a:gd name="adj" fmla="val 29861"/>
            </a:avLst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101600" h="584200"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5F7524C-440A-4984-BE36-55A7F02DFFE8}"/>
              </a:ext>
            </a:extLst>
          </p:cNvPr>
          <p:cNvSpPr/>
          <p:nvPr/>
        </p:nvSpPr>
        <p:spPr>
          <a:xfrm>
            <a:off x="4205774" y="2845844"/>
            <a:ext cx="727788" cy="755777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2857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13912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398351B2-128D-49F1-BB31-60B0AE9B2A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485" y="324016"/>
            <a:ext cx="8145998" cy="5466881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2769840D-0865-4764-8E99-9459181AD21F}"/>
              </a:ext>
            </a:extLst>
          </p:cNvPr>
          <p:cNvSpPr/>
          <p:nvPr/>
        </p:nvSpPr>
        <p:spPr>
          <a:xfrm>
            <a:off x="5531994" y="2136718"/>
            <a:ext cx="2278788" cy="2183363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527050" h="215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8926FD8-FC4E-4E09-A245-E32363BDC238}"/>
              </a:ext>
            </a:extLst>
          </p:cNvPr>
          <p:cNvSpPr/>
          <p:nvPr/>
        </p:nvSpPr>
        <p:spPr>
          <a:xfrm>
            <a:off x="6371749" y="2314000"/>
            <a:ext cx="1019156" cy="765110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scene3d>
            <a:camera prst="orthographicFront">
              <a:rot lat="21594000" lon="0" rev="0"/>
            </a:camera>
            <a:lightRig rig="threePt" dir="t"/>
          </a:scene3d>
          <a:sp3d>
            <a:bevelT w="82550" h="558800"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3310767-6995-4DAC-8144-A10E05B36D6F}"/>
              </a:ext>
            </a:extLst>
          </p:cNvPr>
          <p:cNvSpPr/>
          <p:nvPr/>
        </p:nvSpPr>
        <p:spPr>
          <a:xfrm>
            <a:off x="6624736" y="2491280"/>
            <a:ext cx="503852" cy="401218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215900" h="2349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3B46FA7-D04A-4CBF-B4F3-6E8704AB5E72}"/>
              </a:ext>
            </a:extLst>
          </p:cNvPr>
          <p:cNvSpPr/>
          <p:nvPr/>
        </p:nvSpPr>
        <p:spPr>
          <a:xfrm>
            <a:off x="6466114" y="3326372"/>
            <a:ext cx="830425" cy="765110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scene3d>
            <a:camera prst="orthographicFront">
              <a:rot lat="21594000" lon="0" rev="0"/>
            </a:camera>
            <a:lightRig rig="threePt" dir="t"/>
          </a:scene3d>
          <a:sp3d>
            <a:bevelT w="82550" h="558800"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FED4E69-28C0-4FB4-B6B7-F8DC2662CE29}"/>
              </a:ext>
            </a:extLst>
          </p:cNvPr>
          <p:cNvSpPr/>
          <p:nvPr/>
        </p:nvSpPr>
        <p:spPr>
          <a:xfrm>
            <a:off x="6624736" y="3508318"/>
            <a:ext cx="503852" cy="401218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noFill/>
          </a:ln>
          <a:scene3d>
            <a:camera prst="orthographicFront">
              <a:rot lat="0" lon="0" rev="0"/>
            </a:camera>
            <a:lightRig rig="threePt" dir="t"/>
          </a:scene3d>
          <a:sp3d>
            <a:bevelT w="215900" h="2349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67AD1D4-7E05-4288-93B3-D3D118BE590B}"/>
              </a:ext>
            </a:extLst>
          </p:cNvPr>
          <p:cNvSpPr/>
          <p:nvPr/>
        </p:nvSpPr>
        <p:spPr>
          <a:xfrm>
            <a:off x="3396343" y="1632866"/>
            <a:ext cx="2346649" cy="3158412"/>
          </a:xfrm>
          <a:prstGeom prst="roundRect">
            <a:avLst>
              <a:gd name="adj" fmla="val 34249"/>
            </a:avLst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330200" h="1460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F9F80F8-CB3F-4253-93CB-EA27244CFF70}"/>
              </a:ext>
            </a:extLst>
          </p:cNvPr>
          <p:cNvSpPr/>
          <p:nvPr/>
        </p:nvSpPr>
        <p:spPr>
          <a:xfrm>
            <a:off x="3883867" y="2258017"/>
            <a:ext cx="1371600" cy="2006081"/>
          </a:xfrm>
          <a:prstGeom prst="roundRect">
            <a:avLst>
              <a:gd name="adj" fmla="val 29861"/>
            </a:avLst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101600" h="584200"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5F7524C-440A-4984-BE36-55A7F02DFFE8}"/>
              </a:ext>
            </a:extLst>
          </p:cNvPr>
          <p:cNvSpPr/>
          <p:nvPr/>
        </p:nvSpPr>
        <p:spPr>
          <a:xfrm>
            <a:off x="4205774" y="2845844"/>
            <a:ext cx="727788" cy="755777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2857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9EFF1ED-52AF-42C9-B199-0A1227D35B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31556" y1="32444" x2="31556" y2="32444"/>
                        <a14:foregroundMark x1="24000" y1="51556" x2="24000" y2="51556"/>
                        <a14:foregroundMark x1="48444" y1="19111" x2="48444" y2="19111"/>
                        <a14:foregroundMark x1="65778" y1="32444" x2="65778" y2="32444"/>
                        <a14:backgroundMark x1="47111" y1="25778" x2="47111" y2="25778"/>
                        <a14:backgroundMark x1="60889" y1="30667" x2="60889" y2="306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886691">
            <a:off x="2264829" y="18620"/>
            <a:ext cx="6386904" cy="6386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12531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79272C4C-CE31-4C41-8CC2-2CDC08D3E8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485" y="324016"/>
            <a:ext cx="8145998" cy="5466881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7A024443-52FF-4EA8-81D1-A186DAF75B4B}"/>
              </a:ext>
            </a:extLst>
          </p:cNvPr>
          <p:cNvSpPr/>
          <p:nvPr/>
        </p:nvSpPr>
        <p:spPr>
          <a:xfrm>
            <a:off x="5531994" y="2136718"/>
            <a:ext cx="2278788" cy="2183363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527050" h="215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8359D1A-323F-4CB0-AE2A-258E66AE2C05}"/>
              </a:ext>
            </a:extLst>
          </p:cNvPr>
          <p:cNvSpPr/>
          <p:nvPr/>
        </p:nvSpPr>
        <p:spPr>
          <a:xfrm>
            <a:off x="6371749" y="2314000"/>
            <a:ext cx="1019156" cy="765110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scene3d>
            <a:camera prst="orthographicFront">
              <a:rot lat="21594000" lon="0" rev="0"/>
            </a:camera>
            <a:lightRig rig="threePt" dir="t"/>
          </a:scene3d>
          <a:sp3d>
            <a:bevelT w="82550" h="558800"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F3B7434-48E0-47DD-8041-3AA20EF23BC4}"/>
              </a:ext>
            </a:extLst>
          </p:cNvPr>
          <p:cNvSpPr/>
          <p:nvPr/>
        </p:nvSpPr>
        <p:spPr>
          <a:xfrm>
            <a:off x="6624736" y="2491280"/>
            <a:ext cx="503852" cy="401218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215900" h="2349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1290D29-CC82-4259-9562-C1CB0E3B79A4}"/>
              </a:ext>
            </a:extLst>
          </p:cNvPr>
          <p:cNvSpPr/>
          <p:nvPr/>
        </p:nvSpPr>
        <p:spPr>
          <a:xfrm>
            <a:off x="6466114" y="3326372"/>
            <a:ext cx="830425" cy="765110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scene3d>
            <a:camera prst="orthographicFront">
              <a:rot lat="21594000" lon="0" rev="0"/>
            </a:camera>
            <a:lightRig rig="threePt" dir="t"/>
          </a:scene3d>
          <a:sp3d>
            <a:bevelT w="82550" h="558800"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961C6B8-D31F-423C-A325-A7D7B80B2BE0}"/>
              </a:ext>
            </a:extLst>
          </p:cNvPr>
          <p:cNvSpPr/>
          <p:nvPr/>
        </p:nvSpPr>
        <p:spPr>
          <a:xfrm>
            <a:off x="6624736" y="3508318"/>
            <a:ext cx="503852" cy="401218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noFill/>
          </a:ln>
          <a:scene3d>
            <a:camera prst="orthographicFront">
              <a:rot lat="0" lon="0" rev="0"/>
            </a:camera>
            <a:lightRig rig="threePt" dir="t"/>
          </a:scene3d>
          <a:sp3d>
            <a:bevelT w="215900" h="2349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6A8F468-2090-4FBF-8706-60B709396464}"/>
              </a:ext>
            </a:extLst>
          </p:cNvPr>
          <p:cNvSpPr/>
          <p:nvPr/>
        </p:nvSpPr>
        <p:spPr>
          <a:xfrm>
            <a:off x="3396343" y="1632866"/>
            <a:ext cx="2346649" cy="3158412"/>
          </a:xfrm>
          <a:prstGeom prst="roundRect">
            <a:avLst>
              <a:gd name="adj" fmla="val 34249"/>
            </a:avLst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330200" h="1460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BBDFC86-ED2D-4F52-B93F-35297C9E34BD}"/>
              </a:ext>
            </a:extLst>
          </p:cNvPr>
          <p:cNvSpPr/>
          <p:nvPr/>
        </p:nvSpPr>
        <p:spPr>
          <a:xfrm>
            <a:off x="3883867" y="2258017"/>
            <a:ext cx="1371600" cy="2006081"/>
          </a:xfrm>
          <a:prstGeom prst="roundRect">
            <a:avLst>
              <a:gd name="adj" fmla="val 29861"/>
            </a:avLst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101600" h="584200"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5C9DD03-E584-4060-BD9F-27BBA715CE2B}"/>
              </a:ext>
            </a:extLst>
          </p:cNvPr>
          <p:cNvSpPr/>
          <p:nvPr/>
        </p:nvSpPr>
        <p:spPr>
          <a:xfrm>
            <a:off x="4205774" y="2845844"/>
            <a:ext cx="727788" cy="755777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2857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77D3429-F36F-4FDE-9C12-845B615D5F9C}"/>
              </a:ext>
            </a:extLst>
          </p:cNvPr>
          <p:cNvSpPr/>
          <p:nvPr/>
        </p:nvSpPr>
        <p:spPr>
          <a:xfrm rot="3031855" flipV="1">
            <a:off x="6944093" y="3193985"/>
            <a:ext cx="431094" cy="3009527"/>
          </a:xfrm>
          <a:prstGeom prst="roundRect">
            <a:avLst>
              <a:gd name="adj" fmla="val 50000"/>
            </a:avLst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241300" h="3111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599F670-5595-4CC7-ACAD-7A5EC72A484D}"/>
              </a:ext>
            </a:extLst>
          </p:cNvPr>
          <p:cNvSpPr/>
          <p:nvPr/>
        </p:nvSpPr>
        <p:spPr>
          <a:xfrm rot="21010292" flipV="1">
            <a:off x="7899445" y="3526690"/>
            <a:ext cx="644400" cy="560264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215900" h="2349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6078FD9-6F35-4168-B386-8AD47B7386EF}"/>
              </a:ext>
            </a:extLst>
          </p:cNvPr>
          <p:cNvSpPr/>
          <p:nvPr/>
        </p:nvSpPr>
        <p:spPr>
          <a:xfrm rot="18573985">
            <a:off x="6888197" y="174297"/>
            <a:ext cx="488201" cy="2871788"/>
          </a:xfrm>
          <a:prstGeom prst="roundRect">
            <a:avLst>
              <a:gd name="adj" fmla="val 50000"/>
            </a:avLst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241300" h="3111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B9AFF00-406F-41E7-909E-E84CEB3CE50F}"/>
              </a:ext>
            </a:extLst>
          </p:cNvPr>
          <p:cNvSpPr/>
          <p:nvPr/>
        </p:nvSpPr>
        <p:spPr>
          <a:xfrm rot="595548">
            <a:off x="7989477" y="2269304"/>
            <a:ext cx="644400" cy="634481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215900" h="2349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B35801D-CBED-40E5-B379-78AB8B41971E}"/>
              </a:ext>
            </a:extLst>
          </p:cNvPr>
          <p:cNvSpPr/>
          <p:nvPr/>
        </p:nvSpPr>
        <p:spPr>
          <a:xfrm rot="2038485">
            <a:off x="5470879" y="414101"/>
            <a:ext cx="488201" cy="1963774"/>
          </a:xfrm>
          <a:prstGeom prst="roundRect">
            <a:avLst>
              <a:gd name="adj" fmla="val 50000"/>
            </a:avLst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241300" h="3111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73E25A20-990F-4DEB-9681-7A9065409C46}"/>
              </a:ext>
            </a:extLst>
          </p:cNvPr>
          <p:cNvSpPr/>
          <p:nvPr/>
        </p:nvSpPr>
        <p:spPr>
          <a:xfrm>
            <a:off x="5891893" y="588079"/>
            <a:ext cx="426876" cy="396546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h="355600"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5AED66C5-DFAE-4E10-95C9-2046B2A62488}"/>
              </a:ext>
            </a:extLst>
          </p:cNvPr>
          <p:cNvSpPr/>
          <p:nvPr/>
        </p:nvSpPr>
        <p:spPr>
          <a:xfrm>
            <a:off x="6005988" y="648961"/>
            <a:ext cx="217348" cy="216000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215900" h="2349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C6180127-0508-413E-9F8E-40D7192C9EB5}"/>
              </a:ext>
            </a:extLst>
          </p:cNvPr>
          <p:cNvSpPr/>
          <p:nvPr/>
        </p:nvSpPr>
        <p:spPr>
          <a:xfrm rot="19561515" flipV="1">
            <a:off x="5548039" y="4113674"/>
            <a:ext cx="488201" cy="1734065"/>
          </a:xfrm>
          <a:prstGeom prst="roundRect">
            <a:avLst>
              <a:gd name="adj" fmla="val 50000"/>
            </a:avLst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241300" h="3111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986EB862-721F-4C07-879A-3F74CA6D52C9}"/>
              </a:ext>
            </a:extLst>
          </p:cNvPr>
          <p:cNvSpPr/>
          <p:nvPr/>
        </p:nvSpPr>
        <p:spPr>
          <a:xfrm flipV="1">
            <a:off x="5959723" y="5331345"/>
            <a:ext cx="426876" cy="350161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h="355600"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5FBF19B-8959-4843-BE2C-250F924E6298}"/>
              </a:ext>
            </a:extLst>
          </p:cNvPr>
          <p:cNvSpPr/>
          <p:nvPr/>
        </p:nvSpPr>
        <p:spPr>
          <a:xfrm flipV="1">
            <a:off x="6064487" y="5418351"/>
            <a:ext cx="217348" cy="190734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215900" h="2349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901649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79272C4C-CE31-4C41-8CC2-2CDC08D3E8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485" y="324016"/>
            <a:ext cx="8145998" cy="5466881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7A024443-52FF-4EA8-81D1-A186DAF75B4B}"/>
              </a:ext>
            </a:extLst>
          </p:cNvPr>
          <p:cNvSpPr/>
          <p:nvPr/>
        </p:nvSpPr>
        <p:spPr>
          <a:xfrm>
            <a:off x="5531994" y="2136718"/>
            <a:ext cx="2278788" cy="2183363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527050" h="215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8359D1A-323F-4CB0-AE2A-258E66AE2C05}"/>
              </a:ext>
            </a:extLst>
          </p:cNvPr>
          <p:cNvSpPr/>
          <p:nvPr/>
        </p:nvSpPr>
        <p:spPr>
          <a:xfrm>
            <a:off x="6371749" y="2314000"/>
            <a:ext cx="1019156" cy="765110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scene3d>
            <a:camera prst="orthographicFront">
              <a:rot lat="21594000" lon="0" rev="0"/>
            </a:camera>
            <a:lightRig rig="threePt" dir="t"/>
          </a:scene3d>
          <a:sp3d>
            <a:bevelT w="82550" h="558800"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F3B7434-48E0-47DD-8041-3AA20EF23BC4}"/>
              </a:ext>
            </a:extLst>
          </p:cNvPr>
          <p:cNvSpPr/>
          <p:nvPr/>
        </p:nvSpPr>
        <p:spPr>
          <a:xfrm>
            <a:off x="6624736" y="2491280"/>
            <a:ext cx="503852" cy="401218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215900" h="2349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1290D29-CC82-4259-9562-C1CB0E3B79A4}"/>
              </a:ext>
            </a:extLst>
          </p:cNvPr>
          <p:cNvSpPr/>
          <p:nvPr/>
        </p:nvSpPr>
        <p:spPr>
          <a:xfrm>
            <a:off x="6466114" y="3326372"/>
            <a:ext cx="830425" cy="765110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scene3d>
            <a:camera prst="orthographicFront">
              <a:rot lat="21594000" lon="0" rev="0"/>
            </a:camera>
            <a:lightRig rig="threePt" dir="t"/>
          </a:scene3d>
          <a:sp3d>
            <a:bevelT w="82550" h="558800"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961C6B8-D31F-423C-A325-A7D7B80B2BE0}"/>
              </a:ext>
            </a:extLst>
          </p:cNvPr>
          <p:cNvSpPr/>
          <p:nvPr/>
        </p:nvSpPr>
        <p:spPr>
          <a:xfrm>
            <a:off x="6624736" y="3508318"/>
            <a:ext cx="503852" cy="401218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noFill/>
          </a:ln>
          <a:scene3d>
            <a:camera prst="orthographicFront">
              <a:rot lat="0" lon="0" rev="0"/>
            </a:camera>
            <a:lightRig rig="threePt" dir="t"/>
          </a:scene3d>
          <a:sp3d>
            <a:bevelT w="215900" h="2349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6A8F468-2090-4FBF-8706-60B709396464}"/>
              </a:ext>
            </a:extLst>
          </p:cNvPr>
          <p:cNvSpPr/>
          <p:nvPr/>
        </p:nvSpPr>
        <p:spPr>
          <a:xfrm>
            <a:off x="3396343" y="1632866"/>
            <a:ext cx="2346649" cy="3158412"/>
          </a:xfrm>
          <a:prstGeom prst="roundRect">
            <a:avLst>
              <a:gd name="adj" fmla="val 34249"/>
            </a:avLst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330200" h="1460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BBDFC86-ED2D-4F52-B93F-35297C9E34BD}"/>
              </a:ext>
            </a:extLst>
          </p:cNvPr>
          <p:cNvSpPr/>
          <p:nvPr/>
        </p:nvSpPr>
        <p:spPr>
          <a:xfrm>
            <a:off x="3883867" y="2258017"/>
            <a:ext cx="1371600" cy="2006081"/>
          </a:xfrm>
          <a:prstGeom prst="roundRect">
            <a:avLst>
              <a:gd name="adj" fmla="val 29861"/>
            </a:avLst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101600" h="584200"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5C9DD03-E584-4060-BD9F-27BBA715CE2B}"/>
              </a:ext>
            </a:extLst>
          </p:cNvPr>
          <p:cNvSpPr/>
          <p:nvPr/>
        </p:nvSpPr>
        <p:spPr>
          <a:xfrm>
            <a:off x="4205774" y="2845844"/>
            <a:ext cx="727788" cy="755777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2857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77D3429-F36F-4FDE-9C12-845B615D5F9C}"/>
              </a:ext>
            </a:extLst>
          </p:cNvPr>
          <p:cNvSpPr/>
          <p:nvPr/>
        </p:nvSpPr>
        <p:spPr>
          <a:xfrm rot="3031855" flipV="1">
            <a:off x="6944093" y="3193985"/>
            <a:ext cx="431094" cy="3009527"/>
          </a:xfrm>
          <a:prstGeom prst="roundRect">
            <a:avLst>
              <a:gd name="adj" fmla="val 50000"/>
            </a:avLst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241300" h="3111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599F670-5595-4CC7-ACAD-7A5EC72A484D}"/>
              </a:ext>
            </a:extLst>
          </p:cNvPr>
          <p:cNvSpPr/>
          <p:nvPr/>
        </p:nvSpPr>
        <p:spPr>
          <a:xfrm rot="21010292" flipV="1">
            <a:off x="7899445" y="3526690"/>
            <a:ext cx="644400" cy="560264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215900" h="2349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6078FD9-6F35-4168-B386-8AD47B7386EF}"/>
              </a:ext>
            </a:extLst>
          </p:cNvPr>
          <p:cNvSpPr/>
          <p:nvPr/>
        </p:nvSpPr>
        <p:spPr>
          <a:xfrm rot="18573985">
            <a:off x="6888197" y="174297"/>
            <a:ext cx="488201" cy="2871788"/>
          </a:xfrm>
          <a:prstGeom prst="roundRect">
            <a:avLst>
              <a:gd name="adj" fmla="val 50000"/>
            </a:avLst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241300" h="3111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B9AFF00-406F-41E7-909E-E84CEB3CE50F}"/>
              </a:ext>
            </a:extLst>
          </p:cNvPr>
          <p:cNvSpPr/>
          <p:nvPr/>
        </p:nvSpPr>
        <p:spPr>
          <a:xfrm rot="595548">
            <a:off x="7989477" y="2269304"/>
            <a:ext cx="644400" cy="634481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215900" h="2349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B35801D-CBED-40E5-B379-78AB8B41971E}"/>
              </a:ext>
            </a:extLst>
          </p:cNvPr>
          <p:cNvSpPr/>
          <p:nvPr/>
        </p:nvSpPr>
        <p:spPr>
          <a:xfrm rot="2038485">
            <a:off x="5470879" y="414101"/>
            <a:ext cx="488201" cy="1963774"/>
          </a:xfrm>
          <a:prstGeom prst="roundRect">
            <a:avLst>
              <a:gd name="adj" fmla="val 50000"/>
            </a:avLst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241300" h="3111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73E25A20-990F-4DEB-9681-7A9065409C46}"/>
              </a:ext>
            </a:extLst>
          </p:cNvPr>
          <p:cNvSpPr/>
          <p:nvPr/>
        </p:nvSpPr>
        <p:spPr>
          <a:xfrm>
            <a:off x="5891893" y="588079"/>
            <a:ext cx="426876" cy="396546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h="355600"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5AED66C5-DFAE-4E10-95C9-2046B2A62488}"/>
              </a:ext>
            </a:extLst>
          </p:cNvPr>
          <p:cNvSpPr/>
          <p:nvPr/>
        </p:nvSpPr>
        <p:spPr>
          <a:xfrm>
            <a:off x="6005988" y="648961"/>
            <a:ext cx="217348" cy="216000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215900" h="2349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C6180127-0508-413E-9F8E-40D7192C9EB5}"/>
              </a:ext>
            </a:extLst>
          </p:cNvPr>
          <p:cNvSpPr/>
          <p:nvPr/>
        </p:nvSpPr>
        <p:spPr>
          <a:xfrm rot="19561515" flipV="1">
            <a:off x="5548039" y="4113674"/>
            <a:ext cx="488201" cy="1734065"/>
          </a:xfrm>
          <a:prstGeom prst="roundRect">
            <a:avLst>
              <a:gd name="adj" fmla="val 50000"/>
            </a:avLst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241300" h="3111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986EB862-721F-4C07-879A-3F74CA6D52C9}"/>
              </a:ext>
            </a:extLst>
          </p:cNvPr>
          <p:cNvSpPr/>
          <p:nvPr/>
        </p:nvSpPr>
        <p:spPr>
          <a:xfrm flipV="1">
            <a:off x="5959723" y="5331345"/>
            <a:ext cx="426876" cy="350161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h="355600"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5FBF19B-8959-4843-BE2C-250F924E6298}"/>
              </a:ext>
            </a:extLst>
          </p:cNvPr>
          <p:cNvSpPr/>
          <p:nvPr/>
        </p:nvSpPr>
        <p:spPr>
          <a:xfrm flipV="1">
            <a:off x="6064487" y="5418351"/>
            <a:ext cx="217348" cy="190734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215900" h="2349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40E21F08-AA1F-4C78-B36F-7FAADCCAE9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31556" y1="32444" x2="31556" y2="32444"/>
                        <a14:foregroundMark x1="24000" y1="51556" x2="24000" y2="51556"/>
                        <a14:foregroundMark x1="48444" y1="19111" x2="48444" y2="19111"/>
                        <a14:foregroundMark x1="65778" y1="32444" x2="65778" y2="32444"/>
                        <a14:backgroundMark x1="47111" y1="25778" x2="47111" y2="25778"/>
                        <a14:backgroundMark x1="60889" y1="30667" x2="60889" y2="306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886691">
            <a:off x="2264829" y="18620"/>
            <a:ext cx="6386904" cy="6386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80445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B6177036-DFD8-4086-8865-E49EC66672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485" y="324016"/>
            <a:ext cx="8145998" cy="5466881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7BCEBDDA-F725-4C5F-B1D6-5312EE8CD615}"/>
              </a:ext>
            </a:extLst>
          </p:cNvPr>
          <p:cNvSpPr/>
          <p:nvPr/>
        </p:nvSpPr>
        <p:spPr>
          <a:xfrm>
            <a:off x="5531994" y="2136718"/>
            <a:ext cx="2278788" cy="2183363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527050" h="215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A7B74A0-6DD5-4375-823C-216D33C3C8A3}"/>
              </a:ext>
            </a:extLst>
          </p:cNvPr>
          <p:cNvSpPr/>
          <p:nvPr/>
        </p:nvSpPr>
        <p:spPr>
          <a:xfrm>
            <a:off x="6371749" y="2314000"/>
            <a:ext cx="1019156" cy="765110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scene3d>
            <a:camera prst="orthographicFront">
              <a:rot lat="21594000" lon="0" rev="0"/>
            </a:camera>
            <a:lightRig rig="threePt" dir="t"/>
          </a:scene3d>
          <a:sp3d>
            <a:bevelT w="82550" h="558800"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A84EF9D-0DB9-4AFA-8A38-7B96C8C5DF06}"/>
              </a:ext>
            </a:extLst>
          </p:cNvPr>
          <p:cNvSpPr/>
          <p:nvPr/>
        </p:nvSpPr>
        <p:spPr>
          <a:xfrm>
            <a:off x="6624736" y="2491280"/>
            <a:ext cx="503852" cy="401218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215900" h="2349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917EF0C-4D7B-4587-ACDF-260E73970647}"/>
              </a:ext>
            </a:extLst>
          </p:cNvPr>
          <p:cNvSpPr/>
          <p:nvPr/>
        </p:nvSpPr>
        <p:spPr>
          <a:xfrm>
            <a:off x="6466114" y="3326372"/>
            <a:ext cx="830425" cy="765110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scene3d>
            <a:camera prst="orthographicFront">
              <a:rot lat="21594000" lon="0" rev="0"/>
            </a:camera>
            <a:lightRig rig="threePt" dir="t"/>
          </a:scene3d>
          <a:sp3d>
            <a:bevelT w="82550" h="558800"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D53DFF0-C4E9-4D76-99B9-59050B282628}"/>
              </a:ext>
            </a:extLst>
          </p:cNvPr>
          <p:cNvSpPr/>
          <p:nvPr/>
        </p:nvSpPr>
        <p:spPr>
          <a:xfrm>
            <a:off x="6624736" y="3508318"/>
            <a:ext cx="503852" cy="401218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noFill/>
          </a:ln>
          <a:scene3d>
            <a:camera prst="orthographicFront">
              <a:rot lat="0" lon="0" rev="0"/>
            </a:camera>
            <a:lightRig rig="threePt" dir="t"/>
          </a:scene3d>
          <a:sp3d>
            <a:bevelT w="215900" h="2349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D3C8A6A-99BD-4A79-88B8-E41B1B06806C}"/>
              </a:ext>
            </a:extLst>
          </p:cNvPr>
          <p:cNvSpPr/>
          <p:nvPr/>
        </p:nvSpPr>
        <p:spPr>
          <a:xfrm>
            <a:off x="3396343" y="1632866"/>
            <a:ext cx="2346649" cy="3158412"/>
          </a:xfrm>
          <a:prstGeom prst="roundRect">
            <a:avLst>
              <a:gd name="adj" fmla="val 34249"/>
            </a:avLst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330200" h="1460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1615BC4-4DD5-434A-B681-B47B160A4851}"/>
              </a:ext>
            </a:extLst>
          </p:cNvPr>
          <p:cNvSpPr/>
          <p:nvPr/>
        </p:nvSpPr>
        <p:spPr>
          <a:xfrm>
            <a:off x="3883867" y="2258017"/>
            <a:ext cx="1371600" cy="2006081"/>
          </a:xfrm>
          <a:prstGeom prst="roundRect">
            <a:avLst>
              <a:gd name="adj" fmla="val 29861"/>
            </a:avLst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101600" h="584200"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41E4686-697A-459C-A3F7-CD8DEDAB091E}"/>
              </a:ext>
            </a:extLst>
          </p:cNvPr>
          <p:cNvSpPr/>
          <p:nvPr/>
        </p:nvSpPr>
        <p:spPr>
          <a:xfrm>
            <a:off x="4205774" y="2845844"/>
            <a:ext cx="727788" cy="755777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2857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0CDD629D-4E39-41D1-8195-DAAB0F9FF775}"/>
              </a:ext>
            </a:extLst>
          </p:cNvPr>
          <p:cNvSpPr/>
          <p:nvPr/>
        </p:nvSpPr>
        <p:spPr>
          <a:xfrm rot="3031855" flipV="1">
            <a:off x="6944093" y="3193985"/>
            <a:ext cx="431094" cy="3009527"/>
          </a:xfrm>
          <a:prstGeom prst="roundRect">
            <a:avLst>
              <a:gd name="adj" fmla="val 50000"/>
            </a:avLst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241300" h="3111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2DC1B2E-8868-471A-AA01-AEFC7CFFB48D}"/>
              </a:ext>
            </a:extLst>
          </p:cNvPr>
          <p:cNvSpPr/>
          <p:nvPr/>
        </p:nvSpPr>
        <p:spPr>
          <a:xfrm rot="21010292" flipV="1">
            <a:off x="7899445" y="3526690"/>
            <a:ext cx="644400" cy="560264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215900" h="2349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47C229C-D005-485C-8257-2495B6AF5209}"/>
              </a:ext>
            </a:extLst>
          </p:cNvPr>
          <p:cNvSpPr/>
          <p:nvPr/>
        </p:nvSpPr>
        <p:spPr>
          <a:xfrm rot="18573985">
            <a:off x="6888197" y="174297"/>
            <a:ext cx="488201" cy="2871788"/>
          </a:xfrm>
          <a:prstGeom prst="roundRect">
            <a:avLst>
              <a:gd name="adj" fmla="val 50000"/>
            </a:avLst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241300" h="3111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8836513-B36E-48C8-B963-E34655C5F9B6}"/>
              </a:ext>
            </a:extLst>
          </p:cNvPr>
          <p:cNvSpPr/>
          <p:nvPr/>
        </p:nvSpPr>
        <p:spPr>
          <a:xfrm rot="595548">
            <a:off x="7989477" y="2269304"/>
            <a:ext cx="644400" cy="634481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215900" h="2349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E9DD5B3-4DE2-4C9E-B06E-F7FD1D3F8AA2}"/>
              </a:ext>
            </a:extLst>
          </p:cNvPr>
          <p:cNvSpPr/>
          <p:nvPr/>
        </p:nvSpPr>
        <p:spPr>
          <a:xfrm rot="2038485">
            <a:off x="5470879" y="414101"/>
            <a:ext cx="488201" cy="1963774"/>
          </a:xfrm>
          <a:prstGeom prst="roundRect">
            <a:avLst>
              <a:gd name="adj" fmla="val 50000"/>
            </a:avLst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241300" h="3111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A3F93A3-9AA2-47BD-87B6-BFD5F4888B42}"/>
              </a:ext>
            </a:extLst>
          </p:cNvPr>
          <p:cNvSpPr/>
          <p:nvPr/>
        </p:nvSpPr>
        <p:spPr>
          <a:xfrm>
            <a:off x="5891893" y="588079"/>
            <a:ext cx="426876" cy="396546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h="355600"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44C97CD-DD54-4622-A5CC-3BCFB08C85C8}"/>
              </a:ext>
            </a:extLst>
          </p:cNvPr>
          <p:cNvSpPr/>
          <p:nvPr/>
        </p:nvSpPr>
        <p:spPr>
          <a:xfrm>
            <a:off x="6005988" y="648961"/>
            <a:ext cx="217348" cy="216000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215900" h="2349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5D36BBD7-AA08-4825-85F5-D4B6F6FC37D6}"/>
              </a:ext>
            </a:extLst>
          </p:cNvPr>
          <p:cNvSpPr/>
          <p:nvPr/>
        </p:nvSpPr>
        <p:spPr>
          <a:xfrm rot="19561515" flipV="1">
            <a:off x="5548039" y="4113674"/>
            <a:ext cx="488201" cy="1734065"/>
          </a:xfrm>
          <a:prstGeom prst="roundRect">
            <a:avLst>
              <a:gd name="adj" fmla="val 50000"/>
            </a:avLst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241300" h="3111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4C54BAE9-EDB1-4DB9-8ACF-4749CECB69D2}"/>
              </a:ext>
            </a:extLst>
          </p:cNvPr>
          <p:cNvSpPr/>
          <p:nvPr/>
        </p:nvSpPr>
        <p:spPr>
          <a:xfrm flipV="1">
            <a:off x="5959723" y="5331345"/>
            <a:ext cx="426876" cy="350161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h="355600"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344B3D7D-7C14-4094-93F6-6AA765DD3BB9}"/>
              </a:ext>
            </a:extLst>
          </p:cNvPr>
          <p:cNvSpPr/>
          <p:nvPr/>
        </p:nvSpPr>
        <p:spPr>
          <a:xfrm flipV="1">
            <a:off x="6073818" y="5437013"/>
            <a:ext cx="217348" cy="190734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215900" h="2349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3" name="Isosceles Triangle 42">
            <a:extLst>
              <a:ext uri="{FF2B5EF4-FFF2-40B4-BE49-F238E27FC236}">
                <a16:creationId xmlns:a16="http://schemas.microsoft.com/office/drawing/2014/main" id="{40D7BE06-E7F3-40E8-BB7F-AB4F40CDF343}"/>
              </a:ext>
            </a:extLst>
          </p:cNvPr>
          <p:cNvSpPr/>
          <p:nvPr/>
        </p:nvSpPr>
        <p:spPr>
          <a:xfrm rot="10800000">
            <a:off x="8645783" y="1788646"/>
            <a:ext cx="626973" cy="3075451"/>
          </a:xfrm>
          <a:prstGeom prst="triangle">
            <a:avLst/>
          </a:prstGeom>
          <a:solidFill>
            <a:schemeClr val="accent1">
              <a:lumMod val="50000"/>
            </a:schemeClr>
          </a:solidFill>
          <a:ln>
            <a:noFill/>
          </a:ln>
          <a:scene3d>
            <a:camera prst="orthographicFront">
              <a:rot lat="4800000" lon="5400000" rev="0"/>
            </a:camera>
            <a:lightRig rig="threePt" dir="t"/>
          </a:scene3d>
          <a:sp3d>
            <a:bevelT w="520700" h="882650"/>
            <a:bevelB w="285750" h="2286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149843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B6177036-DFD8-4086-8865-E49EC66672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485" y="324016"/>
            <a:ext cx="8145998" cy="5466881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7BCEBDDA-F725-4C5F-B1D6-5312EE8CD615}"/>
              </a:ext>
            </a:extLst>
          </p:cNvPr>
          <p:cNvSpPr/>
          <p:nvPr/>
        </p:nvSpPr>
        <p:spPr>
          <a:xfrm>
            <a:off x="5531994" y="2136718"/>
            <a:ext cx="2278788" cy="2183363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527050" h="215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A7B74A0-6DD5-4375-823C-216D33C3C8A3}"/>
              </a:ext>
            </a:extLst>
          </p:cNvPr>
          <p:cNvSpPr/>
          <p:nvPr/>
        </p:nvSpPr>
        <p:spPr>
          <a:xfrm>
            <a:off x="6371749" y="2314000"/>
            <a:ext cx="1019156" cy="765110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scene3d>
            <a:camera prst="orthographicFront">
              <a:rot lat="21594000" lon="0" rev="0"/>
            </a:camera>
            <a:lightRig rig="threePt" dir="t"/>
          </a:scene3d>
          <a:sp3d>
            <a:bevelT w="82550" h="558800"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A84EF9D-0DB9-4AFA-8A38-7B96C8C5DF06}"/>
              </a:ext>
            </a:extLst>
          </p:cNvPr>
          <p:cNvSpPr/>
          <p:nvPr/>
        </p:nvSpPr>
        <p:spPr>
          <a:xfrm>
            <a:off x="6624736" y="2491280"/>
            <a:ext cx="503852" cy="401218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215900" h="2349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917EF0C-4D7B-4587-ACDF-260E73970647}"/>
              </a:ext>
            </a:extLst>
          </p:cNvPr>
          <p:cNvSpPr/>
          <p:nvPr/>
        </p:nvSpPr>
        <p:spPr>
          <a:xfrm>
            <a:off x="6466114" y="3326372"/>
            <a:ext cx="830425" cy="765110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scene3d>
            <a:camera prst="orthographicFront">
              <a:rot lat="21594000" lon="0" rev="0"/>
            </a:camera>
            <a:lightRig rig="threePt" dir="t"/>
          </a:scene3d>
          <a:sp3d>
            <a:bevelT w="82550" h="558800"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D53DFF0-C4E9-4D76-99B9-59050B282628}"/>
              </a:ext>
            </a:extLst>
          </p:cNvPr>
          <p:cNvSpPr/>
          <p:nvPr/>
        </p:nvSpPr>
        <p:spPr>
          <a:xfrm>
            <a:off x="6624736" y="3508318"/>
            <a:ext cx="503852" cy="401218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noFill/>
          </a:ln>
          <a:scene3d>
            <a:camera prst="orthographicFront">
              <a:rot lat="0" lon="0" rev="0"/>
            </a:camera>
            <a:lightRig rig="threePt" dir="t"/>
          </a:scene3d>
          <a:sp3d>
            <a:bevelT w="215900" h="2349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D3C8A6A-99BD-4A79-88B8-E41B1B06806C}"/>
              </a:ext>
            </a:extLst>
          </p:cNvPr>
          <p:cNvSpPr/>
          <p:nvPr/>
        </p:nvSpPr>
        <p:spPr>
          <a:xfrm>
            <a:off x="3396343" y="1632866"/>
            <a:ext cx="2346649" cy="3158412"/>
          </a:xfrm>
          <a:prstGeom prst="roundRect">
            <a:avLst>
              <a:gd name="adj" fmla="val 34249"/>
            </a:avLst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330200" h="1460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1615BC4-4DD5-434A-B681-B47B160A4851}"/>
              </a:ext>
            </a:extLst>
          </p:cNvPr>
          <p:cNvSpPr/>
          <p:nvPr/>
        </p:nvSpPr>
        <p:spPr>
          <a:xfrm>
            <a:off x="3883867" y="2258017"/>
            <a:ext cx="1371600" cy="2006081"/>
          </a:xfrm>
          <a:prstGeom prst="roundRect">
            <a:avLst>
              <a:gd name="adj" fmla="val 29861"/>
            </a:avLst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101600" h="584200"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41E4686-697A-459C-A3F7-CD8DEDAB091E}"/>
              </a:ext>
            </a:extLst>
          </p:cNvPr>
          <p:cNvSpPr/>
          <p:nvPr/>
        </p:nvSpPr>
        <p:spPr>
          <a:xfrm>
            <a:off x="4205774" y="2845844"/>
            <a:ext cx="727788" cy="755777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2857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0CDD629D-4E39-41D1-8195-DAAB0F9FF775}"/>
              </a:ext>
            </a:extLst>
          </p:cNvPr>
          <p:cNvSpPr/>
          <p:nvPr/>
        </p:nvSpPr>
        <p:spPr>
          <a:xfrm rot="3031855" flipV="1">
            <a:off x="6944093" y="3193985"/>
            <a:ext cx="431094" cy="3009527"/>
          </a:xfrm>
          <a:prstGeom prst="roundRect">
            <a:avLst>
              <a:gd name="adj" fmla="val 50000"/>
            </a:avLst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241300" h="3111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2DC1B2E-8868-471A-AA01-AEFC7CFFB48D}"/>
              </a:ext>
            </a:extLst>
          </p:cNvPr>
          <p:cNvSpPr/>
          <p:nvPr/>
        </p:nvSpPr>
        <p:spPr>
          <a:xfrm rot="21010292" flipV="1">
            <a:off x="7899445" y="3526690"/>
            <a:ext cx="644400" cy="560264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215900" h="2349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47C229C-D005-485C-8257-2495B6AF5209}"/>
              </a:ext>
            </a:extLst>
          </p:cNvPr>
          <p:cNvSpPr/>
          <p:nvPr/>
        </p:nvSpPr>
        <p:spPr>
          <a:xfrm rot="18573985">
            <a:off x="6888197" y="174297"/>
            <a:ext cx="488201" cy="2871788"/>
          </a:xfrm>
          <a:prstGeom prst="roundRect">
            <a:avLst>
              <a:gd name="adj" fmla="val 50000"/>
            </a:avLst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241300" h="3111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8836513-B36E-48C8-B963-E34655C5F9B6}"/>
              </a:ext>
            </a:extLst>
          </p:cNvPr>
          <p:cNvSpPr/>
          <p:nvPr/>
        </p:nvSpPr>
        <p:spPr>
          <a:xfrm rot="595548">
            <a:off x="7989477" y="2269304"/>
            <a:ext cx="644400" cy="634481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215900" h="2349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E9DD5B3-4DE2-4C9E-B06E-F7FD1D3F8AA2}"/>
              </a:ext>
            </a:extLst>
          </p:cNvPr>
          <p:cNvSpPr/>
          <p:nvPr/>
        </p:nvSpPr>
        <p:spPr>
          <a:xfrm rot="2038485">
            <a:off x="5470879" y="414101"/>
            <a:ext cx="488201" cy="1963774"/>
          </a:xfrm>
          <a:prstGeom prst="roundRect">
            <a:avLst>
              <a:gd name="adj" fmla="val 50000"/>
            </a:avLst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241300" h="3111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A3F93A3-9AA2-47BD-87B6-BFD5F4888B42}"/>
              </a:ext>
            </a:extLst>
          </p:cNvPr>
          <p:cNvSpPr/>
          <p:nvPr/>
        </p:nvSpPr>
        <p:spPr>
          <a:xfrm>
            <a:off x="5891893" y="588079"/>
            <a:ext cx="426876" cy="396546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h="355600"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44C97CD-DD54-4622-A5CC-3BCFB08C85C8}"/>
              </a:ext>
            </a:extLst>
          </p:cNvPr>
          <p:cNvSpPr/>
          <p:nvPr/>
        </p:nvSpPr>
        <p:spPr>
          <a:xfrm>
            <a:off x="6005988" y="648961"/>
            <a:ext cx="217348" cy="216000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215900" h="2349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5D36BBD7-AA08-4825-85F5-D4B6F6FC37D6}"/>
              </a:ext>
            </a:extLst>
          </p:cNvPr>
          <p:cNvSpPr/>
          <p:nvPr/>
        </p:nvSpPr>
        <p:spPr>
          <a:xfrm rot="19561515" flipV="1">
            <a:off x="5548039" y="4113674"/>
            <a:ext cx="488201" cy="1734065"/>
          </a:xfrm>
          <a:prstGeom prst="roundRect">
            <a:avLst>
              <a:gd name="adj" fmla="val 50000"/>
            </a:avLst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241300" h="3111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4C54BAE9-EDB1-4DB9-8ACF-4749CECB69D2}"/>
              </a:ext>
            </a:extLst>
          </p:cNvPr>
          <p:cNvSpPr/>
          <p:nvPr/>
        </p:nvSpPr>
        <p:spPr>
          <a:xfrm flipV="1">
            <a:off x="5959723" y="5331345"/>
            <a:ext cx="426876" cy="350161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h="355600"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344B3D7D-7C14-4094-93F6-6AA765DD3BB9}"/>
              </a:ext>
            </a:extLst>
          </p:cNvPr>
          <p:cNvSpPr/>
          <p:nvPr/>
        </p:nvSpPr>
        <p:spPr>
          <a:xfrm flipV="1">
            <a:off x="6073818" y="5437013"/>
            <a:ext cx="217348" cy="190734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215900" h="2349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3" name="Isosceles Triangle 42">
            <a:extLst>
              <a:ext uri="{FF2B5EF4-FFF2-40B4-BE49-F238E27FC236}">
                <a16:creationId xmlns:a16="http://schemas.microsoft.com/office/drawing/2014/main" id="{40D7BE06-E7F3-40E8-BB7F-AB4F40CDF343}"/>
              </a:ext>
            </a:extLst>
          </p:cNvPr>
          <p:cNvSpPr/>
          <p:nvPr/>
        </p:nvSpPr>
        <p:spPr>
          <a:xfrm rot="10800000">
            <a:off x="8645783" y="1788646"/>
            <a:ext cx="626973" cy="3075451"/>
          </a:xfrm>
          <a:prstGeom prst="triangle">
            <a:avLst/>
          </a:prstGeom>
          <a:solidFill>
            <a:schemeClr val="accent1">
              <a:lumMod val="50000"/>
            </a:schemeClr>
          </a:solidFill>
          <a:ln>
            <a:noFill/>
          </a:ln>
          <a:scene3d>
            <a:camera prst="orthographicFront">
              <a:rot lat="4800000" lon="5400000" rev="0"/>
            </a:camera>
            <a:lightRig rig="threePt" dir="t"/>
          </a:scene3d>
          <a:sp3d>
            <a:bevelT w="520700" h="882650"/>
            <a:bevelB w="285750" h="2286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DA238007-CE29-4970-9B51-AB62FB4825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31556" y1="32444" x2="31556" y2="32444"/>
                        <a14:foregroundMark x1="24000" y1="51556" x2="24000" y2="51556"/>
                        <a14:foregroundMark x1="48444" y1="19111" x2="48444" y2="19111"/>
                        <a14:foregroundMark x1="65778" y1="32444" x2="65778" y2="32444"/>
                        <a14:backgroundMark x1="47111" y1="25778" x2="47111" y2="25778"/>
                        <a14:backgroundMark x1="60889" y1="30667" x2="60889" y2="306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886691">
            <a:off x="2264829" y="18620"/>
            <a:ext cx="6386904" cy="6386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1048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Oval 31">
            <a:extLst>
              <a:ext uri="{FF2B5EF4-FFF2-40B4-BE49-F238E27FC236}">
                <a16:creationId xmlns:a16="http://schemas.microsoft.com/office/drawing/2014/main" id="{2411C49A-CB0F-407C-AE27-D2F4C508B9BA}"/>
              </a:ext>
            </a:extLst>
          </p:cNvPr>
          <p:cNvSpPr/>
          <p:nvPr/>
        </p:nvSpPr>
        <p:spPr>
          <a:xfrm>
            <a:off x="4518590" y="944645"/>
            <a:ext cx="4264785" cy="4400724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381000" h="2794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7F4316C4-0A89-476F-A73D-1353FB806000}"/>
              </a:ext>
            </a:extLst>
          </p:cNvPr>
          <p:cNvGrpSpPr/>
          <p:nvPr/>
        </p:nvGrpSpPr>
        <p:grpSpPr>
          <a:xfrm>
            <a:off x="4145941" y="205321"/>
            <a:ext cx="5039465" cy="5795440"/>
            <a:chOff x="4145941" y="298627"/>
            <a:chExt cx="5039465" cy="5795440"/>
          </a:xfrm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9FBC2258-CF38-43E5-900D-58E26873BAE3}"/>
                </a:ext>
              </a:extLst>
            </p:cNvPr>
            <p:cNvSpPr/>
            <p:nvPr/>
          </p:nvSpPr>
          <p:spPr>
            <a:xfrm rot="16200000">
              <a:off x="5531997" y="2136718"/>
              <a:ext cx="2278788" cy="2183363"/>
            </a:xfrm>
            <a:prstGeom prst="ellipse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 w="527050" h="2159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17D153E5-0A4E-4BBF-A8FE-FB8738A6467C}"/>
                </a:ext>
              </a:extLst>
            </p:cNvPr>
            <p:cNvSpPr/>
            <p:nvPr/>
          </p:nvSpPr>
          <p:spPr>
            <a:xfrm rot="16200000">
              <a:off x="5724334" y="2631232"/>
              <a:ext cx="830426" cy="765110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  <a:scene3d>
              <a:camera prst="orthographicFront">
                <a:rot lat="21594000" lon="0" rev="0"/>
              </a:camera>
              <a:lightRig rig="threePt" dir="t"/>
            </a:scene3d>
            <a:sp3d>
              <a:bevelT w="82550" h="5588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E6D93A06-5357-41E2-B3CE-0F01F90FDA82}"/>
                </a:ext>
              </a:extLst>
            </p:cNvPr>
            <p:cNvSpPr/>
            <p:nvPr/>
          </p:nvSpPr>
          <p:spPr>
            <a:xfrm rot="16200000">
              <a:off x="5882954" y="2822516"/>
              <a:ext cx="503853" cy="40121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 w="215900" h="2349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49B88621-C698-4BBD-B838-2C7A764A6BB9}"/>
                </a:ext>
              </a:extLst>
            </p:cNvPr>
            <p:cNvSpPr/>
            <p:nvPr/>
          </p:nvSpPr>
          <p:spPr>
            <a:xfrm rot="16200000">
              <a:off x="6736706" y="2635906"/>
              <a:ext cx="830425" cy="765110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  <a:scene3d>
              <a:camera prst="orthographicFront">
                <a:rot lat="21594000" lon="0" rev="0"/>
              </a:camera>
              <a:lightRig rig="threePt" dir="t"/>
            </a:scene3d>
            <a:sp3d>
              <a:bevelT w="82550" h="5588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BD6D4E57-716E-4CF9-8AE4-7F31BD89C333}"/>
                </a:ext>
              </a:extLst>
            </p:cNvPr>
            <p:cNvSpPr/>
            <p:nvPr/>
          </p:nvSpPr>
          <p:spPr>
            <a:xfrm rot="16200000">
              <a:off x="6899993" y="2822516"/>
              <a:ext cx="503852" cy="401218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  <a:scene3d>
              <a:camera prst="orthographicFront">
                <a:rot lat="0" lon="0" rev="0"/>
              </a:camera>
              <a:lightRig rig="threePt" dir="t"/>
            </a:scene3d>
            <a:sp3d>
              <a:bevelT w="215900" h="2349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7" name="Isosceles Triangle 6">
              <a:extLst>
                <a:ext uri="{FF2B5EF4-FFF2-40B4-BE49-F238E27FC236}">
                  <a16:creationId xmlns:a16="http://schemas.microsoft.com/office/drawing/2014/main" id="{B897BA33-3829-48D0-9F48-8A65833330B4}"/>
                </a:ext>
              </a:extLst>
            </p:cNvPr>
            <p:cNvSpPr/>
            <p:nvPr/>
          </p:nvSpPr>
          <p:spPr>
            <a:xfrm rot="10800000">
              <a:off x="8558432" y="1654910"/>
              <a:ext cx="626973" cy="3075451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  <a:scene3d>
              <a:camera prst="orthographicFront">
                <a:rot lat="4800000" lon="5400000" rev="0"/>
              </a:camera>
              <a:lightRig rig="threePt" dir="t"/>
            </a:scene3d>
            <a:sp3d>
              <a:bevelT w="520700" h="882650"/>
              <a:bevelB w="285750" h="2286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8" name="Isosceles Triangle 7">
              <a:extLst>
                <a:ext uri="{FF2B5EF4-FFF2-40B4-BE49-F238E27FC236}">
                  <a16:creationId xmlns:a16="http://schemas.microsoft.com/office/drawing/2014/main" id="{F3DE8F2F-3A29-4FFD-8502-D9811BD404E0}"/>
                </a:ext>
              </a:extLst>
            </p:cNvPr>
            <p:cNvSpPr/>
            <p:nvPr/>
          </p:nvSpPr>
          <p:spPr>
            <a:xfrm rot="12741007">
              <a:off x="8202896" y="2926486"/>
              <a:ext cx="626973" cy="3075451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  <a:scene3d>
              <a:camera prst="orthographicFront">
                <a:rot lat="4800000" lon="5400000" rev="0"/>
              </a:camera>
              <a:lightRig rig="threePt" dir="t"/>
            </a:scene3d>
            <a:sp3d>
              <a:bevelT w="520700" h="882650"/>
              <a:bevelB w="285750" h="2286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9" name="Isosceles Triangle 8">
              <a:extLst>
                <a:ext uri="{FF2B5EF4-FFF2-40B4-BE49-F238E27FC236}">
                  <a16:creationId xmlns:a16="http://schemas.microsoft.com/office/drawing/2014/main" id="{EEE12AFA-4614-4093-9EA9-E0B249851C69}"/>
                </a:ext>
              </a:extLst>
            </p:cNvPr>
            <p:cNvSpPr/>
            <p:nvPr/>
          </p:nvSpPr>
          <p:spPr>
            <a:xfrm rot="14999867">
              <a:off x="7112043" y="3781431"/>
              <a:ext cx="626973" cy="3075451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  <a:scene3d>
              <a:camera prst="orthographicFront">
                <a:rot lat="4800000" lon="5400000" rev="0"/>
              </a:camera>
              <a:lightRig rig="threePt" dir="t"/>
            </a:scene3d>
            <a:sp3d>
              <a:bevelT w="520700" h="882650"/>
              <a:bevelB w="285750" h="2286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0" name="Isosceles Triangle 9">
              <a:extLst>
                <a:ext uri="{FF2B5EF4-FFF2-40B4-BE49-F238E27FC236}">
                  <a16:creationId xmlns:a16="http://schemas.microsoft.com/office/drawing/2014/main" id="{EFA6CCBE-11CB-4E20-8711-55702210AA78}"/>
                </a:ext>
              </a:extLst>
            </p:cNvPr>
            <p:cNvSpPr/>
            <p:nvPr/>
          </p:nvSpPr>
          <p:spPr>
            <a:xfrm rot="17029923">
              <a:off x="5773184" y="3848107"/>
              <a:ext cx="626973" cy="3075451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  <a:scene3d>
              <a:camera prst="orthographicFront">
                <a:rot lat="4800000" lon="5400000" rev="0"/>
              </a:camera>
              <a:lightRig rig="threePt" dir="t"/>
            </a:scene3d>
            <a:sp3d>
              <a:bevelT w="520700" h="882650"/>
              <a:bevelB w="285750" h="2286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1" name="Isosceles Triangle 10">
              <a:extLst>
                <a:ext uri="{FF2B5EF4-FFF2-40B4-BE49-F238E27FC236}">
                  <a16:creationId xmlns:a16="http://schemas.microsoft.com/office/drawing/2014/main" id="{B69945C0-E21A-4F54-A8A0-D0F2D15246EF}"/>
                </a:ext>
              </a:extLst>
            </p:cNvPr>
            <p:cNvSpPr/>
            <p:nvPr/>
          </p:nvSpPr>
          <p:spPr>
            <a:xfrm rot="19561074">
              <a:off x="4592035" y="3018616"/>
              <a:ext cx="626973" cy="3075451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  <a:scene3d>
              <a:camera prst="orthographicFront">
                <a:rot lat="4800000" lon="5400000" rev="0"/>
              </a:camera>
              <a:lightRig rig="threePt" dir="t"/>
            </a:scene3d>
            <a:sp3d>
              <a:bevelT w="520700" h="882650"/>
              <a:bevelB w="285750" h="2286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2" name="Isosceles Triangle 11">
              <a:extLst>
                <a:ext uri="{FF2B5EF4-FFF2-40B4-BE49-F238E27FC236}">
                  <a16:creationId xmlns:a16="http://schemas.microsoft.com/office/drawing/2014/main" id="{5847B35E-4059-4585-9FF5-24353319BD11}"/>
                </a:ext>
              </a:extLst>
            </p:cNvPr>
            <p:cNvSpPr/>
            <p:nvPr/>
          </p:nvSpPr>
          <p:spPr>
            <a:xfrm rot="21273425">
              <a:off x="4145941" y="1806967"/>
              <a:ext cx="626973" cy="3075451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  <a:scene3d>
              <a:camera prst="orthographicFront">
                <a:rot lat="4800000" lon="5400000" rev="0"/>
              </a:camera>
              <a:lightRig rig="threePt" dir="t"/>
            </a:scene3d>
            <a:sp3d>
              <a:bevelT w="520700" h="882650"/>
              <a:bevelB w="285750" h="2286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3" name="Isosceles Triangle 12">
              <a:extLst>
                <a:ext uri="{FF2B5EF4-FFF2-40B4-BE49-F238E27FC236}">
                  <a16:creationId xmlns:a16="http://schemas.microsoft.com/office/drawing/2014/main" id="{9EEC41E2-5C33-4454-884C-DCE31B814765}"/>
                </a:ext>
              </a:extLst>
            </p:cNvPr>
            <p:cNvSpPr/>
            <p:nvPr/>
          </p:nvSpPr>
          <p:spPr>
            <a:xfrm rot="1008025">
              <a:off x="4374641" y="624746"/>
              <a:ext cx="626973" cy="3075451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  <a:scene3d>
              <a:camera prst="orthographicFront">
                <a:rot lat="4800000" lon="5400000" rev="0"/>
              </a:camera>
              <a:lightRig rig="threePt" dir="t"/>
            </a:scene3d>
            <a:sp3d>
              <a:bevelT w="520700" h="882650"/>
              <a:bevelB w="285750" h="2286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4" name="Isosceles Triangle 13">
              <a:extLst>
                <a:ext uri="{FF2B5EF4-FFF2-40B4-BE49-F238E27FC236}">
                  <a16:creationId xmlns:a16="http://schemas.microsoft.com/office/drawing/2014/main" id="{D3E10A57-1FF4-4256-97A8-E49D3C464B32}"/>
                </a:ext>
              </a:extLst>
            </p:cNvPr>
            <p:cNvSpPr/>
            <p:nvPr/>
          </p:nvSpPr>
          <p:spPr>
            <a:xfrm rot="3948039">
              <a:off x="5535017" y="-397152"/>
              <a:ext cx="626973" cy="3075451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  <a:scene3d>
              <a:camera prst="orthographicFront">
                <a:rot lat="4800000" lon="5400000" rev="0"/>
              </a:camera>
              <a:lightRig rig="threePt" dir="t"/>
            </a:scene3d>
            <a:sp3d>
              <a:bevelT w="520700" h="882650"/>
              <a:bevelB w="285750" h="2286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5" name="Isosceles Triangle 14">
              <a:extLst>
                <a:ext uri="{FF2B5EF4-FFF2-40B4-BE49-F238E27FC236}">
                  <a16:creationId xmlns:a16="http://schemas.microsoft.com/office/drawing/2014/main" id="{18B9B86C-F496-4D8D-BC5B-6884E1D8D968}"/>
                </a:ext>
              </a:extLst>
            </p:cNvPr>
            <p:cNvSpPr/>
            <p:nvPr/>
          </p:nvSpPr>
          <p:spPr>
            <a:xfrm rot="5906979">
              <a:off x="6868792" y="-505166"/>
              <a:ext cx="626973" cy="3075451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  <a:scene3d>
              <a:camera prst="orthographicFront">
                <a:rot lat="4800000" lon="5400000" rev="0"/>
              </a:camera>
              <a:lightRig rig="threePt" dir="t"/>
            </a:scene3d>
            <a:sp3d>
              <a:bevelT w="520700" h="882650"/>
              <a:bevelB w="285750" h="2286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5588F1A0-4CDA-4973-8682-404AC02699A2}"/>
                </a:ext>
              </a:extLst>
            </p:cNvPr>
            <p:cNvSpPr/>
            <p:nvPr/>
          </p:nvSpPr>
          <p:spPr>
            <a:xfrm rot="8457397">
              <a:off x="8095739" y="298627"/>
              <a:ext cx="626973" cy="3075451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  <a:scene3d>
              <a:camera prst="orthographicFront">
                <a:rot lat="4800000" lon="5400000" rev="0"/>
              </a:camera>
              <a:lightRig rig="threePt" dir="t"/>
            </a:scene3d>
            <a:sp3d>
              <a:bevelT w="520700" h="882650"/>
              <a:bevelB w="285750" h="2286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D581B23D-452D-4FB5-A021-D74F6C264160}"/>
                </a:ext>
              </a:extLst>
            </p:cNvPr>
            <p:cNvSpPr/>
            <p:nvPr/>
          </p:nvSpPr>
          <p:spPr>
            <a:xfrm rot="1008025">
              <a:off x="4374641" y="624747"/>
              <a:ext cx="626973" cy="3075451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  <a:scene3d>
              <a:camera prst="orthographicFront">
                <a:rot lat="4800000" lon="5400000" rev="0"/>
              </a:camera>
              <a:lightRig rig="threePt" dir="t"/>
            </a:scene3d>
            <a:sp3d>
              <a:bevelT w="520700" h="882650"/>
              <a:bevelB w="285750" h="2286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D14D0B62-2420-4315-BAD6-E1D155A4B007}"/>
                </a:ext>
              </a:extLst>
            </p:cNvPr>
            <p:cNvSpPr/>
            <p:nvPr/>
          </p:nvSpPr>
          <p:spPr>
            <a:xfrm rot="3948039">
              <a:off x="5535017" y="-397151"/>
              <a:ext cx="626973" cy="3075451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  <a:scene3d>
              <a:camera prst="orthographicFront">
                <a:rot lat="4800000" lon="5400000" rev="0"/>
              </a:camera>
              <a:lightRig rig="threePt" dir="t"/>
            </a:scene3d>
            <a:sp3d>
              <a:bevelT w="520700" h="882650"/>
              <a:bevelB w="285750" h="2286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7CA301C7-8BA4-4BB4-B2A7-E13BEC6FDF20}"/>
                </a:ext>
              </a:extLst>
            </p:cNvPr>
            <p:cNvSpPr/>
            <p:nvPr/>
          </p:nvSpPr>
          <p:spPr>
            <a:xfrm rot="5906979">
              <a:off x="6868792" y="-505165"/>
              <a:ext cx="626973" cy="3075451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  <a:scene3d>
              <a:camera prst="orthographicFront">
                <a:rot lat="4800000" lon="5400000" rev="0"/>
              </a:camera>
              <a:lightRig rig="threePt" dir="t"/>
            </a:scene3d>
            <a:sp3d>
              <a:bevelT w="520700" h="882650"/>
              <a:bevelB w="285750" h="2286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F2DE5DBF-C87D-474F-920B-88F097828686}"/>
                </a:ext>
              </a:extLst>
            </p:cNvPr>
            <p:cNvSpPr/>
            <p:nvPr/>
          </p:nvSpPr>
          <p:spPr>
            <a:xfrm rot="16200000">
              <a:off x="5882955" y="2822516"/>
              <a:ext cx="503853" cy="401218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 w="215900" h="2349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21" name="Isosceles Triangle 20">
              <a:extLst>
                <a:ext uri="{FF2B5EF4-FFF2-40B4-BE49-F238E27FC236}">
                  <a16:creationId xmlns:a16="http://schemas.microsoft.com/office/drawing/2014/main" id="{A1F3F50A-7CC1-453D-9BEA-0D7DCD4E6D38}"/>
                </a:ext>
              </a:extLst>
            </p:cNvPr>
            <p:cNvSpPr/>
            <p:nvPr/>
          </p:nvSpPr>
          <p:spPr>
            <a:xfrm rot="10800000">
              <a:off x="8558433" y="1654910"/>
              <a:ext cx="626973" cy="3075451"/>
            </a:xfrm>
            <a:prstGeom prst="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  <a:scene3d>
              <a:camera prst="orthographicFront">
                <a:rot lat="4800000" lon="5400000" rev="0"/>
              </a:camera>
              <a:lightRig rig="threePt" dir="t"/>
            </a:scene3d>
            <a:sp3d>
              <a:bevelT w="520700" h="882650"/>
              <a:bevelB w="285750" h="2286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53A4DD6D-ACEF-472C-AF47-094C8D0DD5BD}"/>
                </a:ext>
              </a:extLst>
            </p:cNvPr>
            <p:cNvSpPr/>
            <p:nvPr/>
          </p:nvSpPr>
          <p:spPr>
            <a:xfrm rot="12741007">
              <a:off x="8202897" y="2926486"/>
              <a:ext cx="626973" cy="3075451"/>
            </a:xfrm>
            <a:prstGeom prst="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  <a:scene3d>
              <a:camera prst="orthographicFront">
                <a:rot lat="4800000" lon="5400000" rev="0"/>
              </a:camera>
              <a:lightRig rig="threePt" dir="t"/>
            </a:scene3d>
            <a:sp3d>
              <a:bevelT w="520700" h="882650"/>
              <a:bevelB w="285750" h="2286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BE4142E1-4AF2-4EDB-8C7C-BCA5A8F0C60E}"/>
                </a:ext>
              </a:extLst>
            </p:cNvPr>
            <p:cNvSpPr/>
            <p:nvPr/>
          </p:nvSpPr>
          <p:spPr>
            <a:xfrm rot="14999867">
              <a:off x="7112044" y="3781431"/>
              <a:ext cx="626973" cy="3075451"/>
            </a:xfrm>
            <a:prstGeom prst="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  <a:scene3d>
              <a:camera prst="orthographicFront">
                <a:rot lat="4800000" lon="5400000" rev="0"/>
              </a:camera>
              <a:lightRig rig="threePt" dir="t"/>
            </a:scene3d>
            <a:sp3d>
              <a:bevelT w="520700" h="882650"/>
              <a:bevelB w="285750" h="2286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24" name="Isosceles Triangle 23">
              <a:extLst>
                <a:ext uri="{FF2B5EF4-FFF2-40B4-BE49-F238E27FC236}">
                  <a16:creationId xmlns:a16="http://schemas.microsoft.com/office/drawing/2014/main" id="{86D04A58-A8F3-4E61-899C-FE0965E53ADF}"/>
                </a:ext>
              </a:extLst>
            </p:cNvPr>
            <p:cNvSpPr/>
            <p:nvPr/>
          </p:nvSpPr>
          <p:spPr>
            <a:xfrm rot="17029923">
              <a:off x="5773185" y="3848107"/>
              <a:ext cx="626973" cy="3075451"/>
            </a:xfrm>
            <a:prstGeom prst="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  <a:scene3d>
              <a:camera prst="orthographicFront">
                <a:rot lat="4800000" lon="5400000" rev="0"/>
              </a:camera>
              <a:lightRig rig="threePt" dir="t"/>
            </a:scene3d>
            <a:sp3d>
              <a:bevelT w="520700" h="882650"/>
              <a:bevelB w="285750" h="2286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25" name="Isosceles Triangle 24">
              <a:extLst>
                <a:ext uri="{FF2B5EF4-FFF2-40B4-BE49-F238E27FC236}">
                  <a16:creationId xmlns:a16="http://schemas.microsoft.com/office/drawing/2014/main" id="{B832ABA4-4FF9-4507-84D0-61EC647EF959}"/>
                </a:ext>
              </a:extLst>
            </p:cNvPr>
            <p:cNvSpPr/>
            <p:nvPr/>
          </p:nvSpPr>
          <p:spPr>
            <a:xfrm rot="19561074">
              <a:off x="4592036" y="3018616"/>
              <a:ext cx="626973" cy="3075451"/>
            </a:xfrm>
            <a:prstGeom prst="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  <a:scene3d>
              <a:camera prst="orthographicFront">
                <a:rot lat="4800000" lon="5400000" rev="0"/>
              </a:camera>
              <a:lightRig rig="threePt" dir="t"/>
            </a:scene3d>
            <a:sp3d>
              <a:bevelT w="520700" h="882650"/>
              <a:bevelB w="285750" h="2286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26" name="Isosceles Triangle 25">
              <a:extLst>
                <a:ext uri="{FF2B5EF4-FFF2-40B4-BE49-F238E27FC236}">
                  <a16:creationId xmlns:a16="http://schemas.microsoft.com/office/drawing/2014/main" id="{0FE054BB-FE75-4E50-B4DA-CFC401ECDB3C}"/>
                </a:ext>
              </a:extLst>
            </p:cNvPr>
            <p:cNvSpPr/>
            <p:nvPr/>
          </p:nvSpPr>
          <p:spPr>
            <a:xfrm rot="21273425">
              <a:off x="4145942" y="1806967"/>
              <a:ext cx="626973" cy="3075451"/>
            </a:xfrm>
            <a:prstGeom prst="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  <a:scene3d>
              <a:camera prst="orthographicFront">
                <a:rot lat="4800000" lon="5400000" rev="0"/>
              </a:camera>
              <a:lightRig rig="threePt" dir="t"/>
            </a:scene3d>
            <a:sp3d>
              <a:bevelT w="520700" h="882650"/>
              <a:bevelB w="285750" h="2286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27" name="Isosceles Triangle 26">
              <a:extLst>
                <a:ext uri="{FF2B5EF4-FFF2-40B4-BE49-F238E27FC236}">
                  <a16:creationId xmlns:a16="http://schemas.microsoft.com/office/drawing/2014/main" id="{31AF2DC1-5458-4FB6-938E-0D12958C62D5}"/>
                </a:ext>
              </a:extLst>
            </p:cNvPr>
            <p:cNvSpPr/>
            <p:nvPr/>
          </p:nvSpPr>
          <p:spPr>
            <a:xfrm rot="8457397">
              <a:off x="8095740" y="298627"/>
              <a:ext cx="626973" cy="3075451"/>
            </a:xfrm>
            <a:prstGeom prst="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  <a:scene3d>
              <a:camera prst="orthographicFront">
                <a:rot lat="4800000" lon="5400000" rev="0"/>
              </a:camera>
              <a:lightRig rig="threePt" dir="t"/>
            </a:scene3d>
            <a:sp3d>
              <a:bevelT w="520700" h="882650"/>
              <a:bevelB w="285750" h="2286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28" name="Isosceles Triangle 27">
              <a:extLst>
                <a:ext uri="{FF2B5EF4-FFF2-40B4-BE49-F238E27FC236}">
                  <a16:creationId xmlns:a16="http://schemas.microsoft.com/office/drawing/2014/main" id="{697A093E-0416-47A1-A19C-A907EC120CD0}"/>
                </a:ext>
              </a:extLst>
            </p:cNvPr>
            <p:cNvSpPr/>
            <p:nvPr/>
          </p:nvSpPr>
          <p:spPr>
            <a:xfrm rot="1008025">
              <a:off x="4374642" y="624747"/>
              <a:ext cx="626973" cy="3075451"/>
            </a:xfrm>
            <a:prstGeom prst="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  <a:scene3d>
              <a:camera prst="orthographicFront">
                <a:rot lat="4800000" lon="5400000" rev="0"/>
              </a:camera>
              <a:lightRig rig="threePt" dir="t"/>
            </a:scene3d>
            <a:sp3d>
              <a:bevelT w="520700" h="882650"/>
              <a:bevelB w="285750" h="2286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29" name="Isosceles Triangle 28">
              <a:extLst>
                <a:ext uri="{FF2B5EF4-FFF2-40B4-BE49-F238E27FC236}">
                  <a16:creationId xmlns:a16="http://schemas.microsoft.com/office/drawing/2014/main" id="{D6A5DC28-5E21-4353-9685-331ACF17B755}"/>
                </a:ext>
              </a:extLst>
            </p:cNvPr>
            <p:cNvSpPr/>
            <p:nvPr/>
          </p:nvSpPr>
          <p:spPr>
            <a:xfrm rot="3948039">
              <a:off x="5535018" y="-397151"/>
              <a:ext cx="626973" cy="3075451"/>
            </a:xfrm>
            <a:prstGeom prst="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  <a:scene3d>
              <a:camera prst="orthographicFront">
                <a:rot lat="4800000" lon="5400000" rev="0"/>
              </a:camera>
              <a:lightRig rig="threePt" dir="t"/>
            </a:scene3d>
            <a:sp3d>
              <a:bevelT w="520700" h="882650"/>
              <a:bevelB w="285750" h="2286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30" name="Isosceles Triangle 29">
              <a:extLst>
                <a:ext uri="{FF2B5EF4-FFF2-40B4-BE49-F238E27FC236}">
                  <a16:creationId xmlns:a16="http://schemas.microsoft.com/office/drawing/2014/main" id="{57ECC088-1C56-45AC-889F-1ED060721885}"/>
                </a:ext>
              </a:extLst>
            </p:cNvPr>
            <p:cNvSpPr/>
            <p:nvPr/>
          </p:nvSpPr>
          <p:spPr>
            <a:xfrm rot="5906979">
              <a:off x="6868793" y="-505165"/>
              <a:ext cx="626973" cy="3075451"/>
            </a:xfrm>
            <a:prstGeom prst="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  <a:scene3d>
              <a:camera prst="orthographicFront">
                <a:rot lat="4800000" lon="5400000" rev="0"/>
              </a:camera>
              <a:lightRig rig="threePt" dir="t"/>
            </a:scene3d>
            <a:sp3d>
              <a:bevelT w="520700" h="882650"/>
              <a:bevelB w="285750" h="2286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</p:spTree>
    <p:extLst>
      <p:ext uri="{BB962C8B-B14F-4D97-AF65-F5344CB8AC3E}">
        <p14:creationId xmlns:p14="http://schemas.microsoft.com/office/powerpoint/2010/main" val="6439376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Oval 32">
            <a:extLst>
              <a:ext uri="{FF2B5EF4-FFF2-40B4-BE49-F238E27FC236}">
                <a16:creationId xmlns:a16="http://schemas.microsoft.com/office/drawing/2014/main" id="{A6377758-074C-4A31-AD14-C2EEB07D83EF}"/>
              </a:ext>
            </a:extLst>
          </p:cNvPr>
          <p:cNvSpPr/>
          <p:nvPr/>
        </p:nvSpPr>
        <p:spPr>
          <a:xfrm>
            <a:off x="4518590" y="944645"/>
            <a:ext cx="4264785" cy="4400724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381000" h="2794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7F4316C4-0A89-476F-A73D-1353FB806000}"/>
              </a:ext>
            </a:extLst>
          </p:cNvPr>
          <p:cNvGrpSpPr/>
          <p:nvPr/>
        </p:nvGrpSpPr>
        <p:grpSpPr>
          <a:xfrm>
            <a:off x="4145941" y="205321"/>
            <a:ext cx="5039465" cy="5795440"/>
            <a:chOff x="4145941" y="298627"/>
            <a:chExt cx="5039465" cy="5795440"/>
          </a:xfrm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9FBC2258-CF38-43E5-900D-58E26873BAE3}"/>
                </a:ext>
              </a:extLst>
            </p:cNvPr>
            <p:cNvSpPr/>
            <p:nvPr/>
          </p:nvSpPr>
          <p:spPr>
            <a:xfrm rot="16200000">
              <a:off x="5531997" y="2136718"/>
              <a:ext cx="2278788" cy="2183363"/>
            </a:xfrm>
            <a:prstGeom prst="ellipse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 w="527050" h="2159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17D153E5-0A4E-4BBF-A8FE-FB8738A6467C}"/>
                </a:ext>
              </a:extLst>
            </p:cNvPr>
            <p:cNvSpPr/>
            <p:nvPr/>
          </p:nvSpPr>
          <p:spPr>
            <a:xfrm rot="16200000">
              <a:off x="5724334" y="2631232"/>
              <a:ext cx="830426" cy="765110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  <a:scene3d>
              <a:camera prst="orthographicFront">
                <a:rot lat="21594000" lon="0" rev="0"/>
              </a:camera>
              <a:lightRig rig="threePt" dir="t"/>
            </a:scene3d>
            <a:sp3d>
              <a:bevelT w="82550" h="5588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E6D93A06-5357-41E2-B3CE-0F01F90FDA82}"/>
                </a:ext>
              </a:extLst>
            </p:cNvPr>
            <p:cNvSpPr/>
            <p:nvPr/>
          </p:nvSpPr>
          <p:spPr>
            <a:xfrm rot="16200000">
              <a:off x="5882954" y="2822516"/>
              <a:ext cx="503853" cy="40121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 w="215900" h="2349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49B88621-C698-4BBD-B838-2C7A764A6BB9}"/>
                </a:ext>
              </a:extLst>
            </p:cNvPr>
            <p:cNvSpPr/>
            <p:nvPr/>
          </p:nvSpPr>
          <p:spPr>
            <a:xfrm rot="16200000">
              <a:off x="6736706" y="2635906"/>
              <a:ext cx="830425" cy="765110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  <a:scene3d>
              <a:camera prst="orthographicFront">
                <a:rot lat="21594000" lon="0" rev="0"/>
              </a:camera>
              <a:lightRig rig="threePt" dir="t"/>
            </a:scene3d>
            <a:sp3d>
              <a:bevelT w="82550" h="5588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BD6D4E57-716E-4CF9-8AE4-7F31BD89C333}"/>
                </a:ext>
              </a:extLst>
            </p:cNvPr>
            <p:cNvSpPr/>
            <p:nvPr/>
          </p:nvSpPr>
          <p:spPr>
            <a:xfrm rot="16200000">
              <a:off x="6899993" y="2822516"/>
              <a:ext cx="503852" cy="401218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  <a:scene3d>
              <a:camera prst="orthographicFront">
                <a:rot lat="0" lon="0" rev="0"/>
              </a:camera>
              <a:lightRig rig="threePt" dir="t"/>
            </a:scene3d>
            <a:sp3d>
              <a:bevelT w="215900" h="2349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7" name="Isosceles Triangle 6">
              <a:extLst>
                <a:ext uri="{FF2B5EF4-FFF2-40B4-BE49-F238E27FC236}">
                  <a16:creationId xmlns:a16="http://schemas.microsoft.com/office/drawing/2014/main" id="{B897BA33-3829-48D0-9F48-8A65833330B4}"/>
                </a:ext>
              </a:extLst>
            </p:cNvPr>
            <p:cNvSpPr/>
            <p:nvPr/>
          </p:nvSpPr>
          <p:spPr>
            <a:xfrm rot="10800000">
              <a:off x="8558432" y="1654910"/>
              <a:ext cx="626973" cy="3075451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  <a:scene3d>
              <a:camera prst="orthographicFront">
                <a:rot lat="4800000" lon="5400000" rev="0"/>
              </a:camera>
              <a:lightRig rig="threePt" dir="t"/>
            </a:scene3d>
            <a:sp3d>
              <a:bevelT w="520700" h="882650"/>
              <a:bevelB w="285750" h="2286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8" name="Isosceles Triangle 7">
              <a:extLst>
                <a:ext uri="{FF2B5EF4-FFF2-40B4-BE49-F238E27FC236}">
                  <a16:creationId xmlns:a16="http://schemas.microsoft.com/office/drawing/2014/main" id="{F3DE8F2F-3A29-4FFD-8502-D9811BD404E0}"/>
                </a:ext>
              </a:extLst>
            </p:cNvPr>
            <p:cNvSpPr/>
            <p:nvPr/>
          </p:nvSpPr>
          <p:spPr>
            <a:xfrm rot="12741007">
              <a:off x="8202896" y="2926486"/>
              <a:ext cx="626973" cy="3075451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  <a:scene3d>
              <a:camera prst="orthographicFront">
                <a:rot lat="4800000" lon="5400000" rev="0"/>
              </a:camera>
              <a:lightRig rig="threePt" dir="t"/>
            </a:scene3d>
            <a:sp3d>
              <a:bevelT w="520700" h="882650"/>
              <a:bevelB w="285750" h="2286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9" name="Isosceles Triangle 8">
              <a:extLst>
                <a:ext uri="{FF2B5EF4-FFF2-40B4-BE49-F238E27FC236}">
                  <a16:creationId xmlns:a16="http://schemas.microsoft.com/office/drawing/2014/main" id="{EEE12AFA-4614-4093-9EA9-E0B249851C69}"/>
                </a:ext>
              </a:extLst>
            </p:cNvPr>
            <p:cNvSpPr/>
            <p:nvPr/>
          </p:nvSpPr>
          <p:spPr>
            <a:xfrm rot="14999867">
              <a:off x="7112043" y="3781431"/>
              <a:ext cx="626973" cy="3075451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  <a:scene3d>
              <a:camera prst="orthographicFront">
                <a:rot lat="4800000" lon="5400000" rev="0"/>
              </a:camera>
              <a:lightRig rig="threePt" dir="t"/>
            </a:scene3d>
            <a:sp3d>
              <a:bevelT w="520700" h="882650"/>
              <a:bevelB w="285750" h="2286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0" name="Isosceles Triangle 9">
              <a:extLst>
                <a:ext uri="{FF2B5EF4-FFF2-40B4-BE49-F238E27FC236}">
                  <a16:creationId xmlns:a16="http://schemas.microsoft.com/office/drawing/2014/main" id="{EFA6CCBE-11CB-4E20-8711-55702210AA78}"/>
                </a:ext>
              </a:extLst>
            </p:cNvPr>
            <p:cNvSpPr/>
            <p:nvPr/>
          </p:nvSpPr>
          <p:spPr>
            <a:xfrm rot="17029923">
              <a:off x="5773184" y="3848107"/>
              <a:ext cx="626973" cy="3075451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  <a:scene3d>
              <a:camera prst="orthographicFront">
                <a:rot lat="4800000" lon="5400000" rev="0"/>
              </a:camera>
              <a:lightRig rig="threePt" dir="t"/>
            </a:scene3d>
            <a:sp3d>
              <a:bevelT w="520700" h="882650"/>
              <a:bevelB w="285750" h="2286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1" name="Isosceles Triangle 10">
              <a:extLst>
                <a:ext uri="{FF2B5EF4-FFF2-40B4-BE49-F238E27FC236}">
                  <a16:creationId xmlns:a16="http://schemas.microsoft.com/office/drawing/2014/main" id="{B69945C0-E21A-4F54-A8A0-D0F2D15246EF}"/>
                </a:ext>
              </a:extLst>
            </p:cNvPr>
            <p:cNvSpPr/>
            <p:nvPr/>
          </p:nvSpPr>
          <p:spPr>
            <a:xfrm rot="19561074">
              <a:off x="4592035" y="3018616"/>
              <a:ext cx="626973" cy="3075451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  <a:scene3d>
              <a:camera prst="orthographicFront">
                <a:rot lat="4800000" lon="5400000" rev="0"/>
              </a:camera>
              <a:lightRig rig="threePt" dir="t"/>
            </a:scene3d>
            <a:sp3d>
              <a:bevelT w="520700" h="882650"/>
              <a:bevelB w="285750" h="2286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2" name="Isosceles Triangle 11">
              <a:extLst>
                <a:ext uri="{FF2B5EF4-FFF2-40B4-BE49-F238E27FC236}">
                  <a16:creationId xmlns:a16="http://schemas.microsoft.com/office/drawing/2014/main" id="{5847B35E-4059-4585-9FF5-24353319BD11}"/>
                </a:ext>
              </a:extLst>
            </p:cNvPr>
            <p:cNvSpPr/>
            <p:nvPr/>
          </p:nvSpPr>
          <p:spPr>
            <a:xfrm rot="21273425">
              <a:off x="4145941" y="1806967"/>
              <a:ext cx="626973" cy="3075451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  <a:scene3d>
              <a:camera prst="orthographicFront">
                <a:rot lat="4800000" lon="5400000" rev="0"/>
              </a:camera>
              <a:lightRig rig="threePt" dir="t"/>
            </a:scene3d>
            <a:sp3d>
              <a:bevelT w="520700" h="882650"/>
              <a:bevelB w="285750" h="2286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3" name="Isosceles Triangle 12">
              <a:extLst>
                <a:ext uri="{FF2B5EF4-FFF2-40B4-BE49-F238E27FC236}">
                  <a16:creationId xmlns:a16="http://schemas.microsoft.com/office/drawing/2014/main" id="{9EEC41E2-5C33-4454-884C-DCE31B814765}"/>
                </a:ext>
              </a:extLst>
            </p:cNvPr>
            <p:cNvSpPr/>
            <p:nvPr/>
          </p:nvSpPr>
          <p:spPr>
            <a:xfrm rot="1008025">
              <a:off x="4374641" y="624746"/>
              <a:ext cx="626973" cy="3075451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  <a:scene3d>
              <a:camera prst="orthographicFront">
                <a:rot lat="4800000" lon="5400000" rev="0"/>
              </a:camera>
              <a:lightRig rig="threePt" dir="t"/>
            </a:scene3d>
            <a:sp3d>
              <a:bevelT w="520700" h="882650"/>
              <a:bevelB w="285750" h="2286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4" name="Isosceles Triangle 13">
              <a:extLst>
                <a:ext uri="{FF2B5EF4-FFF2-40B4-BE49-F238E27FC236}">
                  <a16:creationId xmlns:a16="http://schemas.microsoft.com/office/drawing/2014/main" id="{D3E10A57-1FF4-4256-97A8-E49D3C464B32}"/>
                </a:ext>
              </a:extLst>
            </p:cNvPr>
            <p:cNvSpPr/>
            <p:nvPr/>
          </p:nvSpPr>
          <p:spPr>
            <a:xfrm rot="3948039">
              <a:off x="5535017" y="-397152"/>
              <a:ext cx="626973" cy="3075451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  <a:scene3d>
              <a:camera prst="orthographicFront">
                <a:rot lat="4800000" lon="5400000" rev="0"/>
              </a:camera>
              <a:lightRig rig="threePt" dir="t"/>
            </a:scene3d>
            <a:sp3d>
              <a:bevelT w="520700" h="882650"/>
              <a:bevelB w="285750" h="2286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5" name="Isosceles Triangle 14">
              <a:extLst>
                <a:ext uri="{FF2B5EF4-FFF2-40B4-BE49-F238E27FC236}">
                  <a16:creationId xmlns:a16="http://schemas.microsoft.com/office/drawing/2014/main" id="{18B9B86C-F496-4D8D-BC5B-6884E1D8D968}"/>
                </a:ext>
              </a:extLst>
            </p:cNvPr>
            <p:cNvSpPr/>
            <p:nvPr/>
          </p:nvSpPr>
          <p:spPr>
            <a:xfrm rot="5906979">
              <a:off x="6868792" y="-505166"/>
              <a:ext cx="626973" cy="3075451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  <a:scene3d>
              <a:camera prst="orthographicFront">
                <a:rot lat="4800000" lon="5400000" rev="0"/>
              </a:camera>
              <a:lightRig rig="threePt" dir="t"/>
            </a:scene3d>
            <a:sp3d>
              <a:bevelT w="520700" h="882650"/>
              <a:bevelB w="285750" h="2286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5588F1A0-4CDA-4973-8682-404AC02699A2}"/>
                </a:ext>
              </a:extLst>
            </p:cNvPr>
            <p:cNvSpPr/>
            <p:nvPr/>
          </p:nvSpPr>
          <p:spPr>
            <a:xfrm rot="8457397">
              <a:off x="8095739" y="298627"/>
              <a:ext cx="626973" cy="3075451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  <a:scene3d>
              <a:camera prst="orthographicFront">
                <a:rot lat="4800000" lon="5400000" rev="0"/>
              </a:camera>
              <a:lightRig rig="threePt" dir="t"/>
            </a:scene3d>
            <a:sp3d>
              <a:bevelT w="520700" h="882650"/>
              <a:bevelB w="285750" h="2286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D581B23D-452D-4FB5-A021-D74F6C264160}"/>
                </a:ext>
              </a:extLst>
            </p:cNvPr>
            <p:cNvSpPr/>
            <p:nvPr/>
          </p:nvSpPr>
          <p:spPr>
            <a:xfrm rot="1008025">
              <a:off x="4374641" y="624747"/>
              <a:ext cx="626973" cy="3075451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  <a:scene3d>
              <a:camera prst="orthographicFront">
                <a:rot lat="4800000" lon="5400000" rev="0"/>
              </a:camera>
              <a:lightRig rig="threePt" dir="t"/>
            </a:scene3d>
            <a:sp3d>
              <a:bevelT w="520700" h="882650"/>
              <a:bevelB w="285750" h="2286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D14D0B62-2420-4315-BAD6-E1D155A4B007}"/>
                </a:ext>
              </a:extLst>
            </p:cNvPr>
            <p:cNvSpPr/>
            <p:nvPr/>
          </p:nvSpPr>
          <p:spPr>
            <a:xfrm rot="3948039">
              <a:off x="5535017" y="-397151"/>
              <a:ext cx="626973" cy="3075451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  <a:scene3d>
              <a:camera prst="orthographicFront">
                <a:rot lat="4800000" lon="5400000" rev="0"/>
              </a:camera>
              <a:lightRig rig="threePt" dir="t"/>
            </a:scene3d>
            <a:sp3d>
              <a:bevelT w="520700" h="882650"/>
              <a:bevelB w="285750" h="2286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7CA301C7-8BA4-4BB4-B2A7-E13BEC6FDF20}"/>
                </a:ext>
              </a:extLst>
            </p:cNvPr>
            <p:cNvSpPr/>
            <p:nvPr/>
          </p:nvSpPr>
          <p:spPr>
            <a:xfrm rot="5906979">
              <a:off x="6868792" y="-505165"/>
              <a:ext cx="626973" cy="3075451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  <a:scene3d>
              <a:camera prst="orthographicFront">
                <a:rot lat="4800000" lon="5400000" rev="0"/>
              </a:camera>
              <a:lightRig rig="threePt" dir="t"/>
            </a:scene3d>
            <a:sp3d>
              <a:bevelT w="520700" h="882650"/>
              <a:bevelB w="285750" h="2286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F2DE5DBF-C87D-474F-920B-88F097828686}"/>
                </a:ext>
              </a:extLst>
            </p:cNvPr>
            <p:cNvSpPr/>
            <p:nvPr/>
          </p:nvSpPr>
          <p:spPr>
            <a:xfrm rot="16200000">
              <a:off x="5882955" y="2822516"/>
              <a:ext cx="503853" cy="401218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 w="215900" h="2349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21" name="Isosceles Triangle 20">
              <a:extLst>
                <a:ext uri="{FF2B5EF4-FFF2-40B4-BE49-F238E27FC236}">
                  <a16:creationId xmlns:a16="http://schemas.microsoft.com/office/drawing/2014/main" id="{A1F3F50A-7CC1-453D-9BEA-0D7DCD4E6D38}"/>
                </a:ext>
              </a:extLst>
            </p:cNvPr>
            <p:cNvSpPr/>
            <p:nvPr/>
          </p:nvSpPr>
          <p:spPr>
            <a:xfrm rot="10800000">
              <a:off x="8558433" y="1654910"/>
              <a:ext cx="626973" cy="3075451"/>
            </a:xfrm>
            <a:prstGeom prst="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  <a:scene3d>
              <a:camera prst="orthographicFront">
                <a:rot lat="4800000" lon="5400000" rev="0"/>
              </a:camera>
              <a:lightRig rig="threePt" dir="t"/>
            </a:scene3d>
            <a:sp3d>
              <a:bevelT w="520700" h="882650"/>
              <a:bevelB w="285750" h="2286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53A4DD6D-ACEF-472C-AF47-094C8D0DD5BD}"/>
                </a:ext>
              </a:extLst>
            </p:cNvPr>
            <p:cNvSpPr/>
            <p:nvPr/>
          </p:nvSpPr>
          <p:spPr>
            <a:xfrm rot="12741007">
              <a:off x="8202897" y="2926486"/>
              <a:ext cx="626973" cy="3075451"/>
            </a:xfrm>
            <a:prstGeom prst="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  <a:scene3d>
              <a:camera prst="orthographicFront">
                <a:rot lat="4800000" lon="5400000" rev="0"/>
              </a:camera>
              <a:lightRig rig="threePt" dir="t"/>
            </a:scene3d>
            <a:sp3d>
              <a:bevelT w="520700" h="882650"/>
              <a:bevelB w="285750" h="2286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BE4142E1-4AF2-4EDB-8C7C-BCA5A8F0C60E}"/>
                </a:ext>
              </a:extLst>
            </p:cNvPr>
            <p:cNvSpPr/>
            <p:nvPr/>
          </p:nvSpPr>
          <p:spPr>
            <a:xfrm rot="14999867">
              <a:off x="7112044" y="3781431"/>
              <a:ext cx="626973" cy="3075451"/>
            </a:xfrm>
            <a:prstGeom prst="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  <a:scene3d>
              <a:camera prst="orthographicFront">
                <a:rot lat="4800000" lon="5400000" rev="0"/>
              </a:camera>
              <a:lightRig rig="threePt" dir="t"/>
            </a:scene3d>
            <a:sp3d>
              <a:bevelT w="520700" h="882650"/>
              <a:bevelB w="285750" h="2286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24" name="Isosceles Triangle 23">
              <a:extLst>
                <a:ext uri="{FF2B5EF4-FFF2-40B4-BE49-F238E27FC236}">
                  <a16:creationId xmlns:a16="http://schemas.microsoft.com/office/drawing/2014/main" id="{86D04A58-A8F3-4E61-899C-FE0965E53ADF}"/>
                </a:ext>
              </a:extLst>
            </p:cNvPr>
            <p:cNvSpPr/>
            <p:nvPr/>
          </p:nvSpPr>
          <p:spPr>
            <a:xfrm rot="17029923">
              <a:off x="5773185" y="3848107"/>
              <a:ext cx="626973" cy="3075451"/>
            </a:xfrm>
            <a:prstGeom prst="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  <a:scene3d>
              <a:camera prst="orthographicFront">
                <a:rot lat="4800000" lon="5400000" rev="0"/>
              </a:camera>
              <a:lightRig rig="threePt" dir="t"/>
            </a:scene3d>
            <a:sp3d>
              <a:bevelT w="520700" h="882650"/>
              <a:bevelB w="285750" h="2286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25" name="Isosceles Triangle 24">
              <a:extLst>
                <a:ext uri="{FF2B5EF4-FFF2-40B4-BE49-F238E27FC236}">
                  <a16:creationId xmlns:a16="http://schemas.microsoft.com/office/drawing/2014/main" id="{B832ABA4-4FF9-4507-84D0-61EC647EF959}"/>
                </a:ext>
              </a:extLst>
            </p:cNvPr>
            <p:cNvSpPr/>
            <p:nvPr/>
          </p:nvSpPr>
          <p:spPr>
            <a:xfrm rot="19561074">
              <a:off x="4592036" y="3018616"/>
              <a:ext cx="626973" cy="3075451"/>
            </a:xfrm>
            <a:prstGeom prst="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  <a:scene3d>
              <a:camera prst="orthographicFront">
                <a:rot lat="4800000" lon="5400000" rev="0"/>
              </a:camera>
              <a:lightRig rig="threePt" dir="t"/>
            </a:scene3d>
            <a:sp3d>
              <a:bevelT w="520700" h="882650"/>
              <a:bevelB w="285750" h="2286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26" name="Isosceles Triangle 25">
              <a:extLst>
                <a:ext uri="{FF2B5EF4-FFF2-40B4-BE49-F238E27FC236}">
                  <a16:creationId xmlns:a16="http://schemas.microsoft.com/office/drawing/2014/main" id="{0FE054BB-FE75-4E50-B4DA-CFC401ECDB3C}"/>
                </a:ext>
              </a:extLst>
            </p:cNvPr>
            <p:cNvSpPr/>
            <p:nvPr/>
          </p:nvSpPr>
          <p:spPr>
            <a:xfrm rot="21273425">
              <a:off x="4145942" y="1806967"/>
              <a:ext cx="626973" cy="3075451"/>
            </a:xfrm>
            <a:prstGeom prst="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  <a:scene3d>
              <a:camera prst="orthographicFront">
                <a:rot lat="4800000" lon="5400000" rev="0"/>
              </a:camera>
              <a:lightRig rig="threePt" dir="t"/>
            </a:scene3d>
            <a:sp3d>
              <a:bevelT w="520700" h="882650"/>
              <a:bevelB w="285750" h="2286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27" name="Isosceles Triangle 26">
              <a:extLst>
                <a:ext uri="{FF2B5EF4-FFF2-40B4-BE49-F238E27FC236}">
                  <a16:creationId xmlns:a16="http://schemas.microsoft.com/office/drawing/2014/main" id="{31AF2DC1-5458-4FB6-938E-0D12958C62D5}"/>
                </a:ext>
              </a:extLst>
            </p:cNvPr>
            <p:cNvSpPr/>
            <p:nvPr/>
          </p:nvSpPr>
          <p:spPr>
            <a:xfrm rot="8457397">
              <a:off x="8095740" y="298627"/>
              <a:ext cx="626973" cy="3075451"/>
            </a:xfrm>
            <a:prstGeom prst="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  <a:scene3d>
              <a:camera prst="orthographicFront">
                <a:rot lat="4800000" lon="5400000" rev="0"/>
              </a:camera>
              <a:lightRig rig="threePt" dir="t"/>
            </a:scene3d>
            <a:sp3d>
              <a:bevelT w="520700" h="882650"/>
              <a:bevelB w="285750" h="2286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28" name="Isosceles Triangle 27">
              <a:extLst>
                <a:ext uri="{FF2B5EF4-FFF2-40B4-BE49-F238E27FC236}">
                  <a16:creationId xmlns:a16="http://schemas.microsoft.com/office/drawing/2014/main" id="{697A093E-0416-47A1-A19C-A907EC120CD0}"/>
                </a:ext>
              </a:extLst>
            </p:cNvPr>
            <p:cNvSpPr/>
            <p:nvPr/>
          </p:nvSpPr>
          <p:spPr>
            <a:xfrm rot="1008025">
              <a:off x="4374642" y="624747"/>
              <a:ext cx="626973" cy="3075451"/>
            </a:xfrm>
            <a:prstGeom prst="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  <a:scene3d>
              <a:camera prst="orthographicFront">
                <a:rot lat="4800000" lon="5400000" rev="0"/>
              </a:camera>
              <a:lightRig rig="threePt" dir="t"/>
            </a:scene3d>
            <a:sp3d>
              <a:bevelT w="520700" h="882650"/>
              <a:bevelB w="285750" h="2286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29" name="Isosceles Triangle 28">
              <a:extLst>
                <a:ext uri="{FF2B5EF4-FFF2-40B4-BE49-F238E27FC236}">
                  <a16:creationId xmlns:a16="http://schemas.microsoft.com/office/drawing/2014/main" id="{D6A5DC28-5E21-4353-9685-331ACF17B755}"/>
                </a:ext>
              </a:extLst>
            </p:cNvPr>
            <p:cNvSpPr/>
            <p:nvPr/>
          </p:nvSpPr>
          <p:spPr>
            <a:xfrm rot="3948039">
              <a:off x="5535018" y="-397151"/>
              <a:ext cx="626973" cy="3075451"/>
            </a:xfrm>
            <a:prstGeom prst="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  <a:scene3d>
              <a:camera prst="orthographicFront">
                <a:rot lat="4800000" lon="5400000" rev="0"/>
              </a:camera>
              <a:lightRig rig="threePt" dir="t"/>
            </a:scene3d>
            <a:sp3d>
              <a:bevelT w="520700" h="882650"/>
              <a:bevelB w="285750" h="2286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30" name="Isosceles Triangle 29">
              <a:extLst>
                <a:ext uri="{FF2B5EF4-FFF2-40B4-BE49-F238E27FC236}">
                  <a16:creationId xmlns:a16="http://schemas.microsoft.com/office/drawing/2014/main" id="{57ECC088-1C56-45AC-889F-1ED060721885}"/>
                </a:ext>
              </a:extLst>
            </p:cNvPr>
            <p:cNvSpPr/>
            <p:nvPr/>
          </p:nvSpPr>
          <p:spPr>
            <a:xfrm rot="5906979">
              <a:off x="6868793" y="-505165"/>
              <a:ext cx="626973" cy="3075451"/>
            </a:xfrm>
            <a:prstGeom prst="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  <a:scene3d>
              <a:camera prst="orthographicFront">
                <a:rot lat="4800000" lon="5400000" rev="0"/>
              </a:camera>
              <a:lightRig rig="threePt" dir="t"/>
            </a:scene3d>
            <a:sp3d>
              <a:bevelT w="520700" h="882650"/>
              <a:bevelB w="285750" h="2286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pic>
        <p:nvPicPr>
          <p:cNvPr id="32" name="Picture 31">
            <a:extLst>
              <a:ext uri="{FF2B5EF4-FFF2-40B4-BE49-F238E27FC236}">
                <a16:creationId xmlns:a16="http://schemas.microsoft.com/office/drawing/2014/main" id="{CB111CA5-00BC-432B-98B3-BFC0680F79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31556" y1="32444" x2="31556" y2="32444"/>
                        <a14:foregroundMark x1="24000" y1="51556" x2="24000" y2="51556"/>
                        <a14:foregroundMark x1="48444" y1="19111" x2="48444" y2="19111"/>
                        <a14:foregroundMark x1="65778" y1="32444" x2="65778" y2="32444"/>
                        <a14:backgroundMark x1="47111" y1="25778" x2="47111" y2="25778"/>
                        <a14:backgroundMark x1="60889" y1="30667" x2="60889" y2="306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886691">
            <a:off x="3142037" y="589720"/>
            <a:ext cx="6386904" cy="5491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5688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0</Words>
  <Application>Microsoft Office PowerPoint</Application>
  <PresentationFormat>Widescreen</PresentationFormat>
  <Paragraphs>0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venna chandra sekhar reddy</dc:creator>
  <cp:lastModifiedBy>venna chandra sekhar reddy</cp:lastModifiedBy>
  <cp:revision>11</cp:revision>
  <dcterms:created xsi:type="dcterms:W3CDTF">2022-04-08T02:23:02Z</dcterms:created>
  <dcterms:modified xsi:type="dcterms:W3CDTF">2022-05-03T07:08:13Z</dcterms:modified>
</cp:coreProperties>
</file>